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"/>
  </p:handoutMasterIdLst>
  <p:sldIdLst>
    <p:sldId id="257" r:id="rId2"/>
    <p:sldId id="260" r:id="rId3"/>
    <p:sldId id="261" r:id="rId4"/>
    <p:sldId id="265" r:id="rId5"/>
    <p:sldId id="262" r:id="rId6"/>
    <p:sldId id="263" r:id="rId7"/>
    <p:sldId id="264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14:29.1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1 198 24575,'13'51'0,"-2"0"0,7 97 0,-15-123 0,-2-8 0,-1-8 0,1 1 0,0 0 0,1 0 0,3 13 0,-4-21 0,-1-1 0,1 1 0,-1-1 0,1 0 0,0 1 0,-1-1 0,1 0 0,0 1 0,0-1 0,0 0 0,0 0 0,0 0 0,0 0 0,0 0 0,0 0 0,0 0 0,1 0 0,-1 0 0,0-1 0,1 1 0,-1 0 0,0-1 0,1 1 0,-1-1 0,1 0 0,-1 1 0,1-1 0,-1 0 0,1 0 0,-1 0 0,1 0 0,-1 0 0,1 0 0,-1 0 0,3-1 0,8-3 0,1 0 0,-1-1 0,0 0 0,-1 0 0,1-2 0,14-10 0,65-54 0,-67 51 0,91-79-94,-38 31-224,2 3 0,4 3 1,98-55-1,-123 88-6508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14:32.81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1526 230 24575,'0'-1'0,"-1"1"0,1-1 0,0 1 0,-1-1 0,1 0 0,-1 1 0,1-1 0,-1 1 0,1-1 0,-1 1 0,0 0 0,1-1 0,-1 1 0,1-1 0,-1 1 0,0 0 0,1 0 0,-1-1 0,0 1 0,1 0 0,-1 0 0,0 0 0,0 0 0,1 0 0,-2 0 0,-4-1 0,-77-15 0,-153-9 0,143 17 0,-345-29 0,401 32 0,0 2 0,0 2 0,0 2 0,0 1 0,-43 8 0,67-8 0,-1 2 0,1-1 0,0 2 0,-1-1 0,2 2 0,-1 0 0,1 0 0,0 1 0,0 1 0,1 0 0,0 1 0,0 0 0,1 0 0,0 1 0,1 1 0,-15 20 0,5 0 0,2 0 0,1 1 0,1 1 0,2 1 0,1 0 0,2 0 0,-8 46 0,-5 34 0,12-69 0,3 1 0,-4 53 0,13 344 0,1-422 0,0 0 0,1 0 0,1 0 0,1-1 0,15 40 0,-16-51 0,0-1 0,1 1 0,-1-1 0,2 1 0,-1-2 0,1 1 0,0 0 0,1-1 0,0 0 0,0-1 0,0 0 0,1 0 0,0 0 0,0-1 0,11 5 0,31 11 0,2-3 0,1-2 0,76 14 0,170 10 0,-245-34 0,346 4 0,-257-11 0,-133 0 0,0 1 0,0-1 0,-1-1 0,1 0 0,-1 0 0,1-1 0,-1 0 0,0-1 0,9-4 0,5-5 0,42-32 0,-8 4 0,-31 25 0,-2 0 0,0-2 0,-1-1 0,0 0 0,-2-2 0,0 0 0,-2-2 0,0 0 0,-1-1 0,17-33 0,-10 8 0,-1-2 0,-3-1 0,-3 0 0,-1-1 0,-3-1 0,-3-1 0,-1 0 0,-3 0 0,-1-85 0,-4 51 0,0 42 0,-2 0 0,-9-72 0,3 99 0,-1-1 0,-1 1 0,0 0 0,-1 1 0,-2 0 0,0 1 0,0 0 0,-2 0 0,0 1 0,-1 1 0,-1 0 0,-18-14 0,5 10 0,0 2 0,0 1 0,-2 1 0,0 2 0,-1 1 0,-47-14 0,24 8 0,6 3-682,-85-19-1,90 28-6143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14:35.0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1 649 24575,'3'3'0,"1"1"0,0-1 0,-1 1 0,0 0 0,0 0 0,0 0 0,0 0 0,-1 1 0,1-1 0,-1 1 0,1 5 0,4 3 0,13 27 0,-12-22 0,1 0 0,1-1 0,18 24 0,-25-37 0,0 0 0,0 0 0,1-1 0,-1 1 0,1-1 0,0 0 0,0 0 0,0 0 0,1-1 0,-1 0 0,1 1 0,-1-2 0,1 1 0,0 0 0,0-1 0,0 0 0,0 0 0,0 0 0,5-1 0,4 0 0,1-2 0,-1 0 0,0 0 0,1-2 0,-1 1 0,-1-2 0,23-10 0,92-55 0,-115 62 0,94-60 33,177-151 0,76-113-470,-223 202-557,-99 93-5832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14:36.31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0 572 24575,'5'0'0,"5"0"0,1 4 0,-1 6 0,2 15 0,3 6 0,8-1 0,21-11 0,30-33 0,23-33 0,26-38 0,17-18 0,12-12 0,-8 8 0,-15 14 0,-26 19 0,-29 21-8191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14:37.7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0 196 24575,'0'4'0,"0"10"0,0 8 0,0 3 0,0 3 0,4 0 0,11 0 0,24-5 0,26-6 0,29-10 0,42-25 0,14-21 0,8-21 0,-6-10 0,-19-1 0,-25-1 0,-30 11-8191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14:39.09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3 328 24575,'-1'59'0,"0"-23"0,5 57 0,-4-90 0,1 1 0,-1-1 0,1 0 0,0 0 0,0 0 0,0 0 0,0 0 0,1 0 0,-1 0 0,1-1 0,0 1 0,-1 0 0,1-1 0,0 1 0,1-1 0,-1 0 0,0 0 0,1 0 0,-1 0 0,1 0 0,0 0 0,0-1 0,-1 1 0,1-1 0,0 0 0,0 0 0,0 0 0,0 0 0,1 0 0,-1-1 0,0 1 0,6-1 0,5 0 0,-1 0 0,1-2 0,-1 1 0,0-2 0,1 0 0,23-9 0,59-25 0,135-73 0,87-74 0,-181 103 0,49-31-1365,-128 73-5461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14:44.1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2 734 24575,'-1'29'0,"2"45"0,-1-68 0,1 0 0,0 0 0,0 0 0,1-1 0,-1 1 0,1-1 0,1 1 0,-1-1 0,6 9 0,-8-13 0,1 0 0,0 0 0,-1 0 0,1-1 0,0 1 0,0 0 0,0 0 0,0-1 0,0 1 0,0 0 0,0-1 0,0 1 0,0-1 0,0 0 0,0 1 0,0-1 0,0 0 0,0 1 0,0-1 0,0 0 0,0 0 0,0 0 0,0 0 0,1 0 0,-1 0 0,0-1 0,1 1 0,35-17 0,23-20 0,-3-4 0,64-56 0,-14 9 0,123-84-682,452-255-1,-619 393-6143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905256" y="85725"/>
            <a:ext cx="9189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PDF of Patient Test result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4FAB9-B8AF-83D9-F4F7-73E69CFA8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CFADAA0-C2A0-ADC6-08A6-D5B1228E9D3C}"/>
              </a:ext>
            </a:extLst>
          </p:cNvPr>
          <p:cNvSpPr txBox="1"/>
          <p:nvPr/>
        </p:nvSpPr>
        <p:spPr>
          <a:xfrm>
            <a:off x="905256" y="85725"/>
            <a:ext cx="9189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PDF of Patient Test result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88BC4C-63DB-BA50-05FF-04F77191CEAC}"/>
              </a:ext>
            </a:extLst>
          </p:cNvPr>
          <p:cNvSpPr txBox="1"/>
          <p:nvPr/>
        </p:nvSpPr>
        <p:spPr>
          <a:xfrm>
            <a:off x="238124" y="1244739"/>
            <a:ext cx="108809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given a Rx PDF data files: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rep1.pdf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rep2.pdf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 are not a medical expert. You have to find the meaning of the Lab test and extract relevant insight from it and present it to the Rx</a:t>
            </a:r>
          </a:p>
        </p:txBody>
      </p:sp>
    </p:spTree>
    <p:extLst>
      <p:ext uri="{BB962C8B-B14F-4D97-AF65-F5344CB8AC3E}">
        <p14:creationId xmlns:p14="http://schemas.microsoft.com/office/powerpoint/2010/main" val="1785678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AAE82-0BF4-8A84-4874-4851BAE31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F75F25F-2E46-735B-122D-33055C9B51D8}"/>
              </a:ext>
            </a:extLst>
          </p:cNvPr>
          <p:cNvSpPr txBox="1"/>
          <p:nvPr/>
        </p:nvSpPr>
        <p:spPr>
          <a:xfrm>
            <a:off x="905256" y="85725"/>
            <a:ext cx="9189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PDF of Patient Test result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E397AC-C812-B310-CD14-60A6F13E833D}"/>
              </a:ext>
            </a:extLst>
          </p:cNvPr>
          <p:cNvSpPr txBox="1"/>
          <p:nvPr/>
        </p:nvSpPr>
        <p:spPr>
          <a:xfrm>
            <a:off x="238124" y="915555"/>
            <a:ext cx="11438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PDF24 Creator, combine rep1.pdf + rep2.pdf -&gt; report-complete-Rx-name.pdf</a:t>
            </a:r>
          </a:p>
        </p:txBody>
      </p:sp>
    </p:spTree>
    <p:extLst>
      <p:ext uri="{BB962C8B-B14F-4D97-AF65-F5344CB8AC3E}">
        <p14:creationId xmlns:p14="http://schemas.microsoft.com/office/powerpoint/2010/main" val="229597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779D7-C48E-253C-6D1C-C2A93739E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7CD74A1-4508-6D01-98A4-DAC33D7C65C0}"/>
              </a:ext>
            </a:extLst>
          </p:cNvPr>
          <p:cNvSpPr txBox="1"/>
          <p:nvPr/>
        </p:nvSpPr>
        <p:spPr>
          <a:xfrm>
            <a:off x="238124" y="156603"/>
            <a:ext cx="114387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Goto Toowit.com 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create an account with google 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Try the free version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upload the PDF file report-complete-Rx-name.pdf</a:t>
            </a:r>
          </a:p>
          <a:p>
            <a:pPr marL="457200" indent="-457200">
              <a:buAutoNum type="arabicParenR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25337C-E300-019D-E51F-897602F85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4" y="1636776"/>
            <a:ext cx="10388472" cy="513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44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5C158-6557-2182-6788-C701C0CBA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A1837D7-61A3-748D-8596-5028418982D8}"/>
              </a:ext>
            </a:extLst>
          </p:cNvPr>
          <p:cNvSpPr txBox="1"/>
          <p:nvPr/>
        </p:nvSpPr>
        <p:spPr>
          <a:xfrm>
            <a:off x="110108" y="1244739"/>
            <a:ext cx="21941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You will see the following page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Confirm and Save</a:t>
            </a:r>
          </a:p>
          <a:p>
            <a:pPr marL="457200" indent="-457200">
              <a:buAutoNum type="arabicParenR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566965-1AFC-A8BA-5D01-3D8906186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833" y="73152"/>
            <a:ext cx="9285319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42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50DCB-9C05-7766-C088-4CF6E5038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1E38FC5-9C75-6191-FEA2-5E161163597C}"/>
              </a:ext>
            </a:extLst>
          </p:cNvPr>
          <p:cNvSpPr txBox="1"/>
          <p:nvPr/>
        </p:nvSpPr>
        <p:spPr>
          <a:xfrm>
            <a:off x="64388" y="1098435"/>
            <a:ext cx="27153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You will see the following page displaying your final result: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Biomarkers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Summary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findings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Areas Of concern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Recommendation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(PTO)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1709EB-AEC7-3D45-E748-A5DF894A5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0"/>
            <a:ext cx="9250441" cy="66970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E0CEA01-BABA-46C9-424D-EF26C9801298}"/>
                  </a:ext>
                </a:extLst>
              </p14:cNvPr>
              <p14:cNvContentPartPr/>
              <p14:nvPr/>
            </p14:nvContentPartPr>
            <p14:xfrm>
              <a:off x="5595984" y="1300536"/>
              <a:ext cx="326160" cy="208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E0CEA01-BABA-46C9-424D-EF26C98012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60344" y="1264536"/>
                <a:ext cx="39780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AB495B4-BA7C-9246-F4E9-59C220F2E2BB}"/>
                  </a:ext>
                </a:extLst>
              </p14:cNvPr>
              <p14:cNvContentPartPr/>
              <p14:nvPr/>
            </p14:nvContentPartPr>
            <p14:xfrm>
              <a:off x="10661184" y="922896"/>
              <a:ext cx="715680" cy="632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AB495B4-BA7C-9246-F4E9-59C220F2E2B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25544" y="887256"/>
                <a:ext cx="787320" cy="70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24846AD-5D86-CE80-1F43-43464E2302F5}"/>
                  </a:ext>
                </a:extLst>
              </p14:cNvPr>
              <p14:cNvContentPartPr/>
              <p14:nvPr/>
            </p14:nvContentPartPr>
            <p14:xfrm>
              <a:off x="3922704" y="1906056"/>
              <a:ext cx="508320" cy="323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24846AD-5D86-CE80-1F43-43464E2302F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87064" y="1870056"/>
                <a:ext cx="57996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63198-46E8-1314-D665-6BB80D7A6C9A}"/>
                  </a:ext>
                </a:extLst>
              </p14:cNvPr>
              <p14:cNvContentPartPr/>
              <p14:nvPr/>
            </p14:nvContentPartPr>
            <p14:xfrm>
              <a:off x="4105584" y="3652776"/>
              <a:ext cx="419760" cy="2491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63198-46E8-1314-D665-6BB80D7A6C9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69584" y="3616776"/>
                <a:ext cx="49140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550B7EB-401F-EAB1-8790-D58F86F2ACB3}"/>
                  </a:ext>
                </a:extLst>
              </p14:cNvPr>
              <p14:cNvContentPartPr/>
              <p14:nvPr/>
            </p14:nvContentPartPr>
            <p14:xfrm>
              <a:off x="4315824" y="5379336"/>
              <a:ext cx="407880" cy="141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550B7EB-401F-EAB1-8790-D58F86F2ACB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79824" y="5343696"/>
                <a:ext cx="47952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2DD7D93-D0A9-4CA7-A189-9B358208E875}"/>
                  </a:ext>
                </a:extLst>
              </p14:cNvPr>
              <p14:cNvContentPartPr/>
              <p14:nvPr/>
            </p14:nvContentPartPr>
            <p14:xfrm>
              <a:off x="8639784" y="5276736"/>
              <a:ext cx="440640" cy="2106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2DD7D93-D0A9-4CA7-A189-9B358208E87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604144" y="5240736"/>
                <a:ext cx="512280" cy="28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2533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3092F-6869-AF94-2FAF-4D04F75FA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1D8B31-2412-E6F8-20E7-38B138900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881" y="73371"/>
            <a:ext cx="10088119" cy="54859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B27D22-0A10-8765-658F-D12FEADBAA66}"/>
              </a:ext>
            </a:extLst>
          </p:cNvPr>
          <p:cNvSpPr txBox="1"/>
          <p:nvPr/>
        </p:nvSpPr>
        <p:spPr>
          <a:xfrm>
            <a:off x="64388" y="1098435"/>
            <a:ext cx="1974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…continued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4285284-7ECC-7777-7176-298AB767057B}"/>
                  </a:ext>
                </a:extLst>
              </p14:cNvPr>
              <p14:cNvContentPartPr/>
              <p14:nvPr/>
            </p14:nvContentPartPr>
            <p14:xfrm>
              <a:off x="4086864" y="2314296"/>
              <a:ext cx="506880" cy="329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4285284-7ECC-7777-7176-298AB76705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51224" y="2278296"/>
                <a:ext cx="578520" cy="40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5867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Heading Goes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238125" y="1244739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Fhdsklf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Fjskldf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99</TotalTime>
  <Words>147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25</cp:revision>
  <dcterms:created xsi:type="dcterms:W3CDTF">2025-09-22T02:44:38Z</dcterms:created>
  <dcterms:modified xsi:type="dcterms:W3CDTF">2026-03-14T06:15:19Z</dcterms:modified>
</cp:coreProperties>
</file>