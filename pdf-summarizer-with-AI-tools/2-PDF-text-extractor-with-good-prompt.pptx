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9"/>
  </p:handoutMasterIdLst>
  <p:sldIdLst>
    <p:sldId id="257" r:id="rId2"/>
    <p:sldId id="260" r:id="rId3"/>
    <p:sldId id="261" r:id="rId4"/>
    <p:sldId id="262" r:id="rId5"/>
    <p:sldId id="263" r:id="rId6"/>
    <p:sldId id="264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CD52A91-7272-506D-A00C-BA1E3DEAFE2B}"/>
              </a:ext>
            </a:extLst>
          </p:cNvPr>
          <p:cNvSpPr txBox="1"/>
          <p:nvPr/>
        </p:nvSpPr>
        <p:spPr>
          <a:xfrm>
            <a:off x="905256" y="85725"/>
            <a:ext cx="9189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Extract Text from PDF of Patient Test result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4FAB9-B8AF-83D9-F4F7-73E69CFA8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588BC4C-63DB-BA50-05FF-04F77191CEAC}"/>
              </a:ext>
            </a:extLst>
          </p:cNvPr>
          <p:cNvSpPr txBox="1"/>
          <p:nvPr/>
        </p:nvSpPr>
        <p:spPr>
          <a:xfrm>
            <a:off x="238124" y="1244739"/>
            <a:ext cx="1088098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Task: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given a Rx PDF data files: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rep1.pdf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rep2.pdf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want a summary of the lab test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F6E390-078D-360E-048B-1A582ED8F8FC}"/>
              </a:ext>
            </a:extLst>
          </p:cNvPr>
          <p:cNvSpPr txBox="1"/>
          <p:nvPr/>
        </p:nvSpPr>
        <p:spPr>
          <a:xfrm>
            <a:off x="905256" y="85725"/>
            <a:ext cx="9189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Extract Text from PDF of Patient Test result</a:t>
            </a:r>
          </a:p>
        </p:txBody>
      </p:sp>
    </p:spTree>
    <p:extLst>
      <p:ext uri="{BB962C8B-B14F-4D97-AF65-F5344CB8AC3E}">
        <p14:creationId xmlns:p14="http://schemas.microsoft.com/office/powerpoint/2010/main" val="1785678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AAE82-0BF4-8A84-4874-4851BAE31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7E397AC-C812-B310-CD14-60A6F13E833D}"/>
              </a:ext>
            </a:extLst>
          </p:cNvPr>
          <p:cNvSpPr txBox="1"/>
          <p:nvPr/>
        </p:nvSpPr>
        <p:spPr>
          <a:xfrm>
            <a:off x="238124" y="915555"/>
            <a:ext cx="11438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Using PDF24 Creator, combine rep1.pdf + rep2.pdf -&gt; report-complete-Rx-name.pdf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036DB2-AA64-2921-31AC-17E2A50BC682}"/>
              </a:ext>
            </a:extLst>
          </p:cNvPr>
          <p:cNvSpPr txBox="1"/>
          <p:nvPr/>
        </p:nvSpPr>
        <p:spPr>
          <a:xfrm>
            <a:off x="905256" y="85725"/>
            <a:ext cx="9189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Extract Text from PDF of Patient Test result</a:t>
            </a:r>
          </a:p>
        </p:txBody>
      </p:sp>
    </p:spTree>
    <p:extLst>
      <p:ext uri="{BB962C8B-B14F-4D97-AF65-F5344CB8AC3E}">
        <p14:creationId xmlns:p14="http://schemas.microsoft.com/office/powerpoint/2010/main" val="229597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DC1E7-D047-BBF7-3383-12204E1E9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FE2368D-837D-7B27-BC76-30841E132F99}"/>
              </a:ext>
            </a:extLst>
          </p:cNvPr>
          <p:cNvSpPr txBox="1"/>
          <p:nvPr/>
        </p:nvSpPr>
        <p:spPr>
          <a:xfrm>
            <a:off x="238124" y="138315"/>
            <a:ext cx="11438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Login to ChatGPT and upload the above PDF documents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7B6381-BA76-63E7-09E9-966011152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4" y="1216152"/>
            <a:ext cx="10411870" cy="467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007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BDC3D-55B4-C576-E9B7-0B35EA2D6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EA1F831-BF42-7D7A-71B2-14B8D5AF9F31}"/>
              </a:ext>
            </a:extLst>
          </p:cNvPr>
          <p:cNvSpPr txBox="1"/>
          <p:nvPr/>
        </p:nvSpPr>
        <p:spPr>
          <a:xfrm>
            <a:off x="238124" y="147459"/>
            <a:ext cx="11438764" cy="6647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Use following prompt: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You are analyzing a medical lab report in PDF format.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Extract the following information from the document: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1. Patient Name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2. Reporting Date and Time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3. Sodium level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4. Potassium level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Instructions: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- Extract the exact values as written in the report.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- If any field is missing, return null.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- Return ONLY valid JSON with no explanation.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JSON format: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{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"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patient_name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": "&lt;patient name&gt;",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"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reporting_datetime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": "&lt;reporting date and time&gt;",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"sodium": "&lt;sodium level&gt;",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"potassium": "&lt;potassium level&gt;"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40287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12DBA-952A-7771-185E-5B5292116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EDF9A17-F692-2FD5-7C51-34AC5FA76AC2}"/>
              </a:ext>
            </a:extLst>
          </p:cNvPr>
          <p:cNvSpPr txBox="1"/>
          <p:nvPr/>
        </p:nvSpPr>
        <p:spPr>
          <a:xfrm>
            <a:off x="238124" y="147459"/>
            <a:ext cx="11438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4) Output shown below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76CB5E-071B-8EBC-9196-0435F6998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857" y="1243584"/>
            <a:ext cx="9811298" cy="4804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642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FE76-D580-9068-C451-7535C32C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52EEE62-CF19-9EE0-E4D2-7F9C16B8046B}"/>
              </a:ext>
            </a:extLst>
          </p:cNvPr>
          <p:cNvSpPr txBox="1"/>
          <p:nvPr/>
        </p:nvSpPr>
        <p:spPr>
          <a:xfrm>
            <a:off x="3028950" y="85725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Heading Goes Here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60ACD6-1EC9-227E-5DA1-EBD6C3DF7290}"/>
              </a:ext>
            </a:extLst>
          </p:cNvPr>
          <p:cNvSpPr txBox="1"/>
          <p:nvPr/>
        </p:nvSpPr>
        <p:spPr>
          <a:xfrm>
            <a:off x="238125" y="1244739"/>
            <a:ext cx="502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Fhdsklf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Fjdsklf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Fjskldf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376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117</TotalTime>
  <Words>205</Words>
  <Application>Microsoft Office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35</cp:revision>
  <dcterms:created xsi:type="dcterms:W3CDTF">2025-09-22T02:44:38Z</dcterms:created>
  <dcterms:modified xsi:type="dcterms:W3CDTF">2026-03-15T02:21:17Z</dcterms:modified>
</cp:coreProperties>
</file>