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7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4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49.9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0 290 24575,'2'8'0,"1"0"0,0 0 0,0 0 0,0-1 0,1 0 0,0 1 0,1-1 0,0 0 0,0-1 0,0 1 0,7 5 0,-1 1 0,-9-10 0,1 0 0,0 0 0,-1 0 0,1 0 0,0-1 0,0 1 0,1-1 0,-1 0 0,0 0 0,1 0 0,-1 0 0,1-1 0,0 0 0,-1 1 0,1-1 0,0 0 0,0-1 0,4 1 0,-1-1 0,-1 0 0,0-1 0,1 0 0,-1 0 0,0-1 0,0 1 0,0-2 0,0 1 0,0 0 0,7-5 0,10-8 0,0-1 0,-1-1 0,0-1 0,20-22 0,-33 31 0,286-288-1365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1 134 24575,'0'8'0,"0"17"0,4 7 0,2 4 0,0 3 0,-2 0 0,8-7 0,10-13 0,10-22 0,8-25 0,6-15 0,4-14 0,2-6 0,1 0 0,-5 6 0,-5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52.7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0 218 24575,'4'0'0,"6"0"0,6 9 0,-1 6 0,-2 11 0,-3 8 0,0 8 0,4 5 0,11-19 0,11-22 0,8-29 0,13-33 0,11-20 0,-3-5 0,-3 6 0,-12 12 0,-11 13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53.6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24575,'0'4'0,"0"6"0,0 10 0,0 10 0,0 4 0,0 1 0,9-14 0,15-20 0,8-18 0,8-10 0,1-10 0,-3-3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55.2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0 383 24575,'0'4'0,"5"11"0,0 6 0,5 4 0,0 12 0,3 2 0,4-4 0,16-17 0,28-34 0,34-30 0,27-35 0,19-19 0,2-3 0,-15 9 0,-24 15 0,-29 22-8191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39:59.0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817 158 24575,'-73'-3'0,"-112"-20"0,112 11 0,-109-3 0,169 16 0,-1 1 0,0 0 0,1 0 0,-1 2 0,1 0 0,0 0 0,0 1 0,0 1 0,1 0 0,0 0 0,0 2 0,0-1 0,1 1 0,1 1 0,-1 0 0,1 1 0,1 0 0,-1 0 0,2 1 0,0 0 0,0 1 0,1-1 0,0 2 0,1-1 0,0 1 0,1-1 0,1 2 0,0-1 0,1 0 0,0 1 0,1 0 0,-1 18 0,3-19 0,0 0 0,1 0 0,0-1 0,1 1 0,0 0 0,1-1 0,7 22 0,-7-28 0,1 0 0,-1 0 0,1-1 0,0 0 0,0 1 0,1-2 0,-1 1 0,1 0 0,0-1 0,1 0 0,-1 0 0,1 0 0,-1-1 0,1 0 0,0 0 0,13 4 0,46 12 0,1-3 0,0-2 0,117 7 0,-38-4 0,224 33 0,-284-40 0,1-4 0,109-5 0,-116-2 0,-52-2 0,-1 0 0,1-2 0,-1-1 0,0-1 0,0-1 0,26-12 0,45-13 0,56-10 0,150-45 0,-286 82 0,0-1 0,0 0 0,-1-1 0,0-1 0,18-13 0,-29 18 0,1 0 0,-1 0 0,-1-1 0,1 1 0,-1-1 0,0 0 0,0 0 0,0-1 0,-1 1 0,1-1 0,-1 0 0,-1 0 0,1 0 0,-1 0 0,0 0 0,-1 0 0,3-13 0,-4 10 0,0 0 0,0 0 0,0 0 0,-1 0 0,-1 1 0,0-1 0,0 0 0,0 1 0,-1-1 0,0 1 0,-1 0 0,0 0 0,0 0 0,-1 0 0,0 1 0,-11-13 0,6 10 0,0 0 0,-1 1 0,0 1 0,-1 0 0,1 0 0,-2 1 0,1 0 0,-1 2 0,0-1 0,-15-3 0,-48-12 0,-109-13 0,105 21 0,-98-28 0,142 31 0,0 2 0,0 2 0,-67-4 0,-113 11 0,76 3 0,86-5-66,23-1-367,-1 2 0,-51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0:19.1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1 741 24575,'0'-4'0,"0"2"0,0 7 0,0 6 0,0 5 0,0-7 0,4-24 0,36-31 0,42-28 0,50-24 0,49-17 0,30-1 0,4 5 0,-26 22 0,-40 22 0,-46 22-8191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0:32.2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1 123 24575,'3'3'0,"0"0"0,0 0 0,0 0 0,-1 1 0,1-1 0,-1 1 0,0-1 0,0 1 0,0 0 0,-1 0 0,1 0 0,1 7 0,0-3 0,20 44 0,-2 1 0,-2 2 0,12 57 0,-31-107 0,1 1 0,0-1 0,1 0 0,-1 0 0,1 0 0,0 0 0,0 0 0,0 0 0,1-1 0,0 1 0,4 5 0,-4-8 0,0 0 0,0 0 0,0 0 0,0-1 0,0 1 0,0-1 0,0 1 0,0-1 0,1 0 0,-1-1 0,1 1 0,-1 0 0,1-1 0,-1 0 0,0 0 0,1 0 0,-1 0 0,1-1 0,6-1 0,68-13 0,131-43 0,-75 18 0,-81 26 0,1006-305 0,-926 269-1365,-40 11-5461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0:35.2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296 426 24575,'0'-9'0,"-13"-11"0,-4-7 0,-4-3 0,-2 0 0,2 0 0,1 1 0,-1 5 0,4 3 0,0 0 0,-2 0 0,-1-2 0,-2-4 0,2-3 0,2 4 0,2-2 0,5-1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09:57.9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1 177 24575,'77'74'0,"-62"-55"0,-1 0 0,-1 1 0,0 1 0,-2 0 0,0 1 0,-2 0 0,13 43 0,-21-63 0,0 0 0,-1 1 0,1-1 0,0 0 0,0 0 0,0 0 0,0 0 0,1 0 0,-1 0 0,1 0 0,-1 0 0,1-1 0,-1 1 0,1-1 0,0 1 0,0-1 0,0 1 0,0-1 0,0 0 0,0 0 0,0 0 0,0 0 0,1 0 0,-1-1 0,0 1 0,1-1 0,-1 1 0,0-1 0,1 0 0,-1 0 0,0 0 0,1 0 0,-1 0 0,0-1 0,1 1 0,-1-1 0,0 1 0,0-1 0,0 0 0,1 0 0,2-2 0,8-3 0,1-1 0,-1 0 0,-1-1 0,0 0 0,17-15 0,170-167 0,-23 20 0,-130 128-1365,-11 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0:00.3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74 24575,'0'4'0,"0"6"0,4 6 0,6 4 0,10-2 0,23-3 0,30-9 0,24-9 0,22-13 0,8-9 0,-14-3 0,-13-7 0,-18 4 0,-25 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0:02.6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1 512 24575,'1'-1'0,"0"0"0,0 0 0,0 0 0,1 0 0,-1 0 0,0 1 0,0-1 0,1 0 0,-1 1 0,1-1 0,-1 1 0,0-1 0,1 1 0,-1 0 0,1 0 0,-1 0 0,1 0 0,-1 0 0,1 0 0,-1 0 0,1 0 0,-1 0 0,0 1 0,1-1 0,-1 0 0,1 1 0,-1 0 0,0-1 0,1 1 0,-1 0 0,0-1 0,0 1 0,1 0 0,-1 0 0,0 0 0,0 0 0,0 0 0,1 2 0,3 2 0,-1 0 0,0 0 0,0 0 0,0 1 0,-1 0 0,0-1 0,4 10 0,5 21 0,-9-25 0,0-1 0,0 0 0,1 0 0,1 0 0,0 0 0,11 16 0,-13-23 0,0 0 0,0 0 0,0-1 0,0 1 0,0-1 0,1 0 0,-1 0 0,1 0 0,-1 0 0,1-1 0,0 1 0,0-1 0,0 0 0,0 0 0,0-1 0,0 1 0,0-1 0,0 0 0,0 0 0,0 0 0,0 0 0,0-1 0,6-1 0,12-4 0,1-1 0,-1-1 0,-1-1 0,0-1 0,0-1 0,-1 0 0,30-24 0,-2 4 0,367-254 121,-1 1-1607,-380 263-5340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0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1210 105 6433 0 0,'0'0'-299'0'0,"-14"2"-547"0"0,-13-3 878 0 0,1-2-1 0 0,-29-7 1 0 0,-40-4 110 0 0,-267 7 284 0 0,310 5-355 0 0,0 2-1 0 0,-88 12 1 0 0,111-5-81 0 0,1 2 0 0 0,0 0 0 0 0,0 2 1 0 0,1 1-1 0 0,0 1 0 0 0,-30 20 1 0 0,34-20-18 0 0,13-7 13 0 0,0 1 1 0 0,0 1-1 0 0,0 0 1 0 0,1 0-1 0 0,0 1 1 0 0,1 0-1 0 0,0 0 1 0 0,0 1-1 0 0,1 0 1 0 0,0 0-1 0 0,1 1 1 0 0,0 0 0 0 0,1 0-1 0 0,0 0 1 0 0,-5 20-1 0 0,7-21 7 0 0,0 1 1 0 0,1 0-1 0 0,0 0 0 0 0,1 0 1 0 0,1-1-1 0 0,-1 1 1 0 0,2 0-1 0 0,-1 0 0 0 0,2 0 1 0 0,-1 0-1 0 0,1 0 0 0 0,1-1 1 0 0,0 1-1 0 0,1-1 0 0 0,0 0 1 0 0,0 0-1 0 0,11 17 1 0 0,-2-9 11 0 0,1 0 0 0 0,1-2 1 0 0,1 0-1 0 0,1 0 1 0 0,0-2-1 0 0,0 0 0 0 0,2-1 1 0 0,-1-1-1 0 0,2 0 1 0 0,-1-2-1 0 0,35 13 0 0 0,22 5 54 0 0,149 32 1 0 0,-134-39-36 0 0,13 5 74 0 0,208 23-1 0 0,-86-27 2 0 0,166 8 44 0 0,-233-30-142 0 0,532-13 37 0 0,-168-39 363 0 0,-217 17-163 0 0,165-26-18 0 0,-316 39-156 0 0,112-20-32 0 0,-207 29 128 0 0,-1-2 0 0 0,83-34 0 0 0,-141 49-156 0 0,38-15 230 0 0,0-2 0 0 0,-1-2 0 0 0,69-46 0 0 0,-102 61-152 0 0,0 0-1 0 0,0-1 0 0 0,0 0 0 0 0,-1 0 1 0 0,1 0-1 0 0,-1 0 0 0 0,-1 0 0 0 0,1-1 0 0 0,-1 0 1 0 0,0 0-1 0 0,0 0 0 0 0,0 0 0 0 0,-1 0 1 0 0,0-1-1 0 0,0 1 0 0 0,1-9 0 0 0,-3 6-31 0 0,1-1-1 0 0,-2 1 1 0 0,1-1 0 0 0,-1 1-1 0 0,0-1 1 0 0,-1 1 0 0 0,0 0-1 0 0,-1 0 1 0 0,0 0 0 0 0,-6-13-1 0 0,0 4-40 0 0,-1 0-1 0 0,0 1 1 0 0,-2 0-1 0 0,0 0 1 0 0,-1 2-1 0 0,0-1 1 0 0,-1 2-1 0 0,-1 0 1 0 0,-1 0-1 0 0,-18-12 1 0 0,-3 4-36 0 0,-2 2 1 0 0,0 1-1 0 0,-2 2 1 0 0,1 2 0 0 0,-2 1-1 0 0,0 2 1 0 0,-1 3 0 0 0,-61-7-1 0 0,-45 3-83 0 0,-165 7-1 0 0,220 7 30 0 0,21-1 42 0 0,-571 15-234 0 0,-418 14 19 0 0,667-13 236 0 0,312-12 26 0 0,-1 3-14 0 0,-28-2-15 0 0,61-2 14 0 0,48-3-41 0 0,-14-2-837 0 0,1-1-3967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71 272 5008 0 0,'-27'-87'423'0'0,"26"85"-362"0"0,14 49-258 0 0,19 47 0 0 0,50 109 2057 0 0,-83-205-1845 0 0,0 1 1 0 0,0 0-1 0 0,1 0 1 0 0,-1 0 0 0 0,0 0-1 0 0,0 0 1 0 0,0 0-1 0 0,0 0 1 0 0,0 0-1 0 0,0 0 1 0 0,0 0-1 0 0,0 0 1 0 0,-1 1-1 0 0,1-1 1 0 0,-2 0-1 0 0,2 0-7 0 0,-1 0 0 0 0,1 1 0 0 0,-1-1-1 0 0,1 0 1 0 0,-1 0 0 0 0,1 0 0 0 0,0 0 0 0 0,-1-1 0 0 0,1 1-1 0 0,0 0 1 0 0,0 0 0 0 0,0-1 0 0 0,0 1 0 0 0,0-1 0 0 0,0 1 0 0 0,-1-4-1 0 0,-31-81 72 0 0,-37-145-1 0 0,48 148-33 0 0,21 80-57 0 0,0 0 1 0 0,0-1-1 0 0,1 1 1 0 0,-1 0-1 0 0,1-1 0 0 0,-1 1 1 0 0,1 0-1 0 0,0-1 1 0 0,1 1-1 0 0,-1 0 1 0 0,1-1-1 0 0,-1 1 1 0 0,1 0-1 0 0,0 0 1 0 0,0 0-1 0 0,3-7 1 0 0,-2 8 1 0 0,0 0 0 0 0,0 0 0 0 0,0 0 0 0 0,0 0 0 0 0,0 0 0 0 0,1 0 0 0 0,-1 1 0 0 0,1-1 0 0 0,-1 1 0 0 0,1 0 0 0 0,-1-1 0 0 0,1 1 0 0 0,0 0 0 0 0,0 1 1 0 0,-1-1-1 0 0,1 0 0 0 0,0 1 0 0 0,0-1 0 0 0,0 1 0 0 0,0 0 0 0 0,5 1 0 0 0,19 0-13 0 0,0 1 0 0 0,0 2 0 0 0,0 1 0 0 0,0 0 0 0 0,-1 2 0 0 0,0 2 0 0 0,-1 0 1 0 0,46 24-1 0 0,-43-18 11 0 0,0 2 0 0 0,-2 0 0 0 0,0 2 0 0 0,-1 1 0 0 0,-1 1 0 0 0,-1 1 0 0 0,30 36 0 0 0,-50-54 12 0 0,0 0 0 0 0,0 0 0 0 0,0 0 0 0 0,-1 0 0 0 0,1 0-1 0 0,-1 1 1 0 0,0-1 0 0 0,0 1 0 0 0,0 0 0 0 0,-1 0 0 0 0,0-1 0 0 0,0 1 0 0 0,0 0 0 0 0,-1 0 0 0 0,1 0 0 0 0,-1 0-1 0 0,0 0 1 0 0,-1 5 0 0 0,-1-4 2 0 0,1 0 1 0 0,-1 0-1 0 0,-1 0 0 0 0,1-1 0 0 0,-1 1 0 0 0,0-1 0 0 0,0 0 0 0 0,0 0 0 0 0,-1 0 0 0 0,0 0 1 0 0,0-1-1 0 0,-8 8 0 0 0,-7 3 7 0 0,-1-1 1 0 0,0-1-1 0 0,-1-1 1 0 0,0 0 0 0 0,-1-2-1 0 0,-26 10 1 0 0,4-5 123 0 0,-1-2 0 0 0,0-1 1 0 0,0-3-1 0 0,-80 7 0 0 0,118-15-76 0 0,0 0-1 0 0,0-1 0 0 0,0 0 0 0 0,0 0 0 0 0,0 0 0 0 0,0-1 1 0 0,0 0-1 0 0,0 0 0 0 0,0-1 0 0 0,-8-2 0 0 0,14 3-229 0 0,10-17-520 0 0,-5 14 306 0 0,0 1 1 0 0,0-1 0 0 0,1 1 0 0 0,-1 0-1 0 0,1 0 1 0 0,-1 0 0 0 0,11-4 0 0 0,-11 5-74 0 0,17-7-1469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2.9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5 187 4936 0 0,'2'2'-64'0'0,"0"-1"-1"0"0,0 0 0 0 0,0 1 1 0 0,0-1-1 0 0,1 0 0 0 0,-1 0 1 0 0,1 0-1 0 0,-1 0 0 0 0,1 0 1 0 0,-1-1-1 0 0,1 1 0 0 0,-1-1 0 0 0,1 0 1 0 0,-1 0-1 0 0,1 0 0 0 0,-1 0 1 0 0,5 0-1 0 0,0-2 43 0 0,1 1 0 0 0,-1-1-1 0 0,1 0 1 0 0,-1 0 0 0 0,14-7 0 0 0,-9 2 90 0 0,1 0 1 0 0,-1 0-1 0 0,0-2 1 0 0,-1 1-1 0 0,0-1 1 0 0,12-14-1 0 0,-20 21-34 0 0,-1 0-1 0 0,1 0 1 0 0,-1-1-1 0 0,0 0 1 0 0,0 1 0 0 0,0-1-1 0 0,0 0 1 0 0,0 0-1 0 0,-1 0 1 0 0,1 0-1 0 0,-1 0 1 0 0,0 0-1 0 0,0 0 1 0 0,0-1-1 0 0,0 1 1 0 0,-1 0-1 0 0,1-1 1 0 0,-1 1-1 0 0,0 0 1 0 0,0-1-1 0 0,0 1 1 0 0,0-1-1 0 0,-1 1 1 0 0,1 0 0 0 0,-1-1-1 0 0,0 1 1 0 0,-2-4-1 0 0,2 5-23 0 0,0 0-1 0 0,-1 1 1 0 0,1-1-1 0 0,-1 1 1 0 0,1-1-1 0 0,-1 1 1 0 0,0-1-1 0 0,1 1 1 0 0,-1 0 0 0 0,0 0-1 0 0,0 0 1 0 0,0 0-1 0 0,0 0 1 0 0,0 1-1 0 0,0-1 1 0 0,0 0-1 0 0,0 1 1 0 0,0-1-1 0 0,0 1 1 0 0,0 0 0 0 0,-4 0-1 0 0,-43 2 34 0 0,40 0-57 0 0,0 0 1 0 0,0 1-1 0 0,0 1 1 0 0,1-1-1 0 0,-1 2 1 0 0,1-1-1 0 0,0 1 1 0 0,0 0-1 0 0,1 1 1 0 0,-1 0-1 0 0,-8 9 1 0 0,13-12 8 0 0,0 0-1 0 0,1 0 1 0 0,-1 0 0 0 0,1 1 0 0 0,0-1-1 0 0,0 1 1 0 0,1-1 0 0 0,-1 1 0 0 0,1 0 0 0 0,-1-1-1 0 0,1 1 1 0 0,1 0 0 0 0,-1 0 0 0 0,0 0-1 0 0,1 0 1 0 0,0 0 0 0 0,0 0 0 0 0,0 0 0 0 0,0 0-1 0 0,1 0 1 0 0,-1 0 0 0 0,1 0 0 0 0,0 0-1 0 0,0-1 1 0 0,1 1 0 0 0,-1 0 0 0 0,1 0-1 0 0,0-1 1 0 0,0 1 0 0 0,4 5 0 0 0,0-1 14 0 0,1 0 0 0 0,0-1 0 0 0,1 1 0 0 0,0-1 0 0 0,0-1-1 0 0,0 0 1 0 0,1 0 0 0 0,0 0 0 0 0,0-1 0 0 0,0-1 0 0 0,1 0 0 0 0,17 6 0 0 0,2-1 14 0 0,0-2-1 0 0,1 0 1 0 0,35 2-1 0 0,-48-7-345 0 0,-1-1-1 0 0,1 0 0 0 0,-1-2 0 0 0,1 0 0 0 0,-1 0 0 0 0,0-2 0 0 0,1 0 0 0 0,26-9 0 0 0,-12 0-97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4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69 3244 0 0,'-12'-37'875'0'0,"4"9"82"0"0,4 27-946 0 0,3 18-105 0 0,4 46 65 0 0,3-1 0 0 0,22 99 0 0 0,-25-141 39 0 0,2-1 0 0 0,1 0-1 0 0,0 0 1 0 0,1-1 0 0 0,1 1 0 0 0,1-2 0 0 0,1 1 0 0 0,16 22 0 0 0,-17-29-2 0 0,0 0 0 0 0,1-1 0 0 0,0 0 0 0 0,1-1 0 0 0,0 0 0 0 0,0-1 0 0 0,1 0 0 0 0,0 0 0 0 0,0-2 0 0 0,1 1-1 0 0,0-2 1 0 0,22 8 0 0 0,-12-7 32 0 0,0 0 0 0 0,0-1-1 0 0,0-2 1 0 0,1 0 0 0 0,46-2-1 0 0,-62-1-17 0 0,0 0 0 0 0,0-1-1 0 0,0 0 1 0 0,0-1-1 0 0,-1 1 1 0 0,1-2-1 0 0,0 1 1 0 0,-1-1-1 0 0,0 0 1 0 0,0-1-1 0 0,0 1 1 0 0,0-1-1 0 0,0-1 1 0 0,-1 1-1 0 0,1-1 1 0 0,-1 0-1 0 0,-1-1 1 0 0,1 0-1 0 0,-1 0 1 0 0,0 0-1 0 0,7-10 1 0 0,-11 14-3 0 0,1 0 1 0 0,-1 0-1 0 0,0-1 0 0 0,1 1 1 0 0,-1 0-1 0 0,0-1 1 0 0,0 1-1 0 0,-1-1 1 0 0,1 1-1 0 0,0-1 0 0 0,-1 1 1 0 0,0-1-1 0 0,1 1 1 0 0,-1-1-1 0 0,0 0 0 0 0,0 1 1 0 0,-1-1-1 0 0,1 1 1 0 0,-1-1-1 0 0,1 1 0 0 0,-1-1 1 0 0,0 1-1 0 0,1-1 1 0 0,-1 1-1 0 0,-1-1 0 0 0,1 1 1 0 0,0 0-1 0 0,0 0 1 0 0,-1-1-1 0 0,0 1 1 0 0,1 0-1 0 0,-1 1 0 0 0,0-1 1 0 0,0 0-1 0 0,0 0 1 0 0,0 1-1 0 0,0-1 0 0 0,-4-2 1 0 0,-1 1-8 0 0,0 0 1 0 0,0 1-1 0 0,0 0 1 0 0,0 0-1 0 0,0 0 1 0 0,0 0-1 0 0,-1 1 1 0 0,1 1-1 0 0,0-1 1 0 0,-1 1-1 0 0,1 0 1 0 0,-13 3-1 0 0,16-3-17 0 0,-1 1-1 0 0,1 0 1 0 0,-1 0 0 0 0,1 1-1 0 0,0-1 1 0 0,0 1-1 0 0,0 0 1 0 0,0 0-1 0 0,0 0 1 0 0,0 0-1 0 0,1 1 1 0 0,-1 0 0 0 0,1-1-1 0 0,0 1 1 0 0,-1 1-1 0 0,1-1 1 0 0,-4 6-1 0 0,6-6 5 0 0,0-1-1 0 0,0 1 1 0 0,0 0-1 0 0,1-1 1 0 0,-1 1-1 0 0,1 0 1 0 0,0 0-1 0 0,-1-1 0 0 0,1 1 1 0 0,1 0-1 0 0,-1 0 1 0 0,0-1-1 0 0,1 1 1 0 0,-1 0-1 0 0,1-1 0 0 0,0 1 1 0 0,0 0-1 0 0,0-1 1 0 0,0 1-1 0 0,0-1 1 0 0,0 0-1 0 0,1 1 1 0 0,-1-1-1 0 0,1 0 0 0 0,0 0 1 0 0,0 0-1 0 0,-1 0 1 0 0,1 0-1 0 0,4 3 1 0 0,9 8 14 0 0,1 0 1 0 0,0-1 0 0 0,0-1 0 0 0,1 0 0 0 0,1-2 0 0 0,-1 1 0 0 0,2-2 0 0 0,-1-1-1 0 0,1 0 1 0 0,0-1 0 0 0,0-1 0 0 0,1-1 0 0 0,0-1 0 0 0,27 1 0 0 0,-42-4-3 0 0,1 0 0 0 0,-1 0 1 0 0,0-1-1 0 0,1 0 1 0 0,-1 0-1 0 0,0 0 1 0 0,0-1-1 0 0,0 1 0 0 0,0-1 1 0 0,0-1-1 0 0,0 1 1 0 0,0-1-1 0 0,-1 0 1 0 0,1 0-1 0 0,-1 0 0 0 0,0 0 1 0 0,0-1-1 0 0,0 1 1 0 0,0-1-1 0 0,-1 0 1 0 0,1-1-1 0 0,-1 1 0 0 0,0-1 1 0 0,0 1-1 0 0,-1-1 1 0 0,1 0-1 0 0,-1 0 1 0 0,0 0-1 0 0,-1 0 0 0 0,3-8 1 0 0,1-14-3 0 0,0 0 0 0 0,-2 0 1 0 0,-1 0-1 0 0,-3-47 0 0 0,1 41-6 0 0,-4-52 368 0 0,-18-100 1 0 0,17 148-20 0 0,0-18-77 0 0,5 53-291 0 0,-1-4-10 0 0,1 6 10 0 0,0 0-1 0 0,0 0 1 0 0,0 0 0 0 0,0 0 0 0 0,0 0 0 0 0,0 0 0 0 0,0 0 0 0 0,0 0 0 0 0,0 0-1 0 0,0 0 1 0 0,0 0 0 0 0,0 0 0 0 0,1 0 0 0 0,-1 0 0 0 0,0 0 0 0 0,0 0 0 0 0,0 0-1 0 0,23 71-28 0 0,-4 2 0 0 0,19 127 0 0 0,-24-116 54 0 0,-11-70 1 0 0,1 0-1 0 0,0-1 1 0 0,1 1 0 0 0,0-1-1 0 0,1 0 1 0 0,1 0-1 0 0,0-1 1 0 0,0 0-1 0 0,1 0 1 0 0,1-1-1 0 0,0 0 1 0 0,1 0-1 0 0,0-1 1 0 0,0 0-1 0 0,1-1 1 0 0,0 0-1 0 0,1-1 1 0 0,0-1-1 0 0,0 1 1 0 0,1-2-1 0 0,0 0 1 0 0,0 0 0 0 0,0-1-1 0 0,1-1 1 0 0,0 0-1 0 0,0-1 1 0 0,0 0-1 0 0,0-1 1 0 0,0-1-1 0 0,0 0 1 0 0,1-1-1 0 0,-1-1 1 0 0,0 0-1 0 0,0-1 1 0 0,0 0-1 0 0,0-1 1 0 0,22-8-1 0 0,-22 6-3 0 0,0-1 0 0 0,-1 0 0 0 0,0-1 0 0 0,0-1 0 0 0,0 0 0 0 0,12-10 0 0 0,-19 13 14 0 0,-1 1-1 0 0,1-1 1 0 0,-1 0 0 0 0,0 0-1 0 0,-1 0 1 0 0,1-1-1 0 0,-1 0 1 0 0,-1 0 0 0 0,1 0-1 0 0,-1 0 1 0 0,0 0-1 0 0,0-1 1 0 0,0 0 0 0 0,-1 1-1 0 0,1-9 1 0 0,-2 13-16 0 0,-1-1 1 0 0,0 1 0 0 0,0-1-1 0 0,0 1 1 0 0,-1 0-1 0 0,1-1 1 0 0,-1 1 0 0 0,1-1-1 0 0,-1 1 1 0 0,0 0 0 0 0,0-1-1 0 0,0 1 1 0 0,0 0-1 0 0,0 0 1 0 0,0 0 0 0 0,0-1-1 0 0,-1 1 1 0 0,0 1-1 0 0,1-1 1 0 0,-1 0 0 0 0,0 0-1 0 0,0 1 1 0 0,1-1-1 0 0,-1 1 1 0 0,-1-1 0 0 0,1 1-1 0 0,0 0 1 0 0,0 0 0 0 0,0 0-1 0 0,-1 0 1 0 0,1 0-1 0 0,0 0 1 0 0,-1 1 0 0 0,1-1-1 0 0,-4 1 1 0 0,1-1-14 0 0,0 0 1 0 0,0 0-1 0 0,0 1 0 0 0,-1 0 1 0 0,1 0-1 0 0,0 0 0 0 0,0 1 1 0 0,0-1-1 0 0,0 1 1 0 0,-1 1-1 0 0,1-1 0 0 0,0 1 1 0 0,1 0-1 0 0,-1 0 0 0 0,-7 4 1 0 0,10-5 0 0 0,-1 0 0 0 0,1 1 0 0 0,0-1 0 0 0,0 1 0 0 0,0 0 0 0 0,0 0 0 0 0,0 0 0 0 0,0-1 0 0 0,1 2-1 0 0,-1-1 1 0 0,1 0 0 0 0,-1 0 0 0 0,1 0 0 0 0,0 1 0 0 0,0-1 0 0 0,0 1 0 0 0,0-1 0 0 0,0 1 0 0 0,0-1 0 0 0,1 1 0 0 0,-1-1 0 0 0,1 1 0 0 0,0 0 0 0 0,0-1 0 0 0,0 1 0 0 0,0 0 0 0 0,0-1 0 0 0,0 1 0 0 0,1 0 0 0 0,-1-1 0 0 0,1 1 0 0 0,0-1 0 0 0,0 1 0 0 0,0-1 0 0 0,0 1 0 0 0,0-1 0 0 0,1 0 0 0 0,-1 0-1 0 0,1 1 1 0 0,-1-1 0 0 0,1 0 0 0 0,0 0 0 0 0,0-1 0 0 0,0 1 0 0 0,3 2 0 0 0,3 3-12 0 0,0 0 0 0 0,1-1-1 0 0,0 0 1 0 0,0 0 0 0 0,1-1-1 0 0,0-1 1 0 0,0 1 0 0 0,0-1-1 0 0,20 4 1 0 0,-3-4-472 0 0,0-1 0 0 0,0-2 1 0 0,0-1-1 0 0,0 0 0 0 0,0-2 0 0 0,0-2 0 0 0,0 0 0 0 0,0-2 0 0 0,30-10 1 0 0,-26 6-1015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4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 4428 0 0,'0'0'1'0'0,"1"0"0"0"0,-1 0-1 0 0,0 0 1 0 0,0 0 0 0 0,0 0-1 0 0,0 0 1 0 0,0 0 0 0 0,0 0-1 0 0,0 0 1 0 0,0 0-1 0 0,0-1 1 0 0,0 1 0 0 0,0 0-1 0 0,0 0 1 0 0,0 0 0 0 0,0 0-1 0 0,0 0 1 0 0,0 0 0 0 0,0 0-1 0 0,0 0 1 0 0,0 0 0 0 0,0 0-1 0 0,0-1 1 0 0,0 1 0 0 0,0 0-1 0 0,0 0 1 0 0,0 0-1 0 0,0 0 1 0 0,0 0 0 0 0,0 0-1 0 0,0 0 1 0 0,0 0 0 0 0,-1 0-1 0 0,1 0 1 0 0,0 0 0 0 0,0 0-1 0 0,0-1 1 0 0,0 1 0 0 0,0 0-1 0 0,0 0 1 0 0,0 0-1 0 0,0 0 1 0 0,0 0 0 0 0,0 0-1 0 0,0 0 1 0 0,16-7-2 0 0,34-8-23 0 0,343-53-1996 0 0,-344 60 1463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5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374 34 3252 0 0,'0'-2'0'0'0,"-1"1"-1"0"0,1-1 1 0 0,-1 1-1 0 0,0-1 0 0 0,0 1 1 0 0,0-1-1 0 0,0 1 1 0 0,0-1-1 0 0,0 1 0 0 0,0 0 1 0 0,0 0-1 0 0,0-1 1 0 0,-1 1-1 0 0,1 0 0 0 0,0 0 1 0 0,-1 0-1 0 0,1 1 1 0 0,-1-1-1 0 0,1 0 1 0 0,-1 0-1 0 0,0 1 0 0 0,1-1 1 0 0,-1 1-1 0 0,-3-1 1 0 0,0 0 18 0 0,1-1 1 0 0,-1 1-1 0 0,0 1 1 0 0,0-1 0 0 0,0 1-1 0 0,0 0 1 0 0,0 0-1 0 0,0 0 1 0 0,-10 2 0 0 0,-7 5-24 0 0,0 1 1 0 0,0 1 0 0 0,1 0 0 0 0,0 2 0 0 0,-37 26 0 0 0,48-31 5 0 0,0 1 0 0 0,1 1 0 0 0,0 0 1 0 0,0 0-1 0 0,1 1 0 0 0,0 0 1 0 0,1 0-1 0 0,0 1 0 0 0,0-1 0 0 0,1 2 1 0 0,1-1-1 0 0,-1 1 0 0 0,-6 22 0 0 0,11-28 5 0 0,0 0 0 0 0,1 0-1 0 0,0 0 1 0 0,0 0-1 0 0,0 0 1 0 0,1 0 0 0 0,-1 1-1 0 0,1-1 1 0 0,1 0 0 0 0,-1 0-1 0 0,1-1 1 0 0,-1 1-1 0 0,1 0 1 0 0,1 0 0 0 0,-1-1-1 0 0,1 1 1 0 0,-1-1-1 0 0,1 0 1 0 0,1 0 0 0 0,-1 0-1 0 0,0 0 1 0 0,1-1 0 0 0,0 1-1 0 0,0-1 1 0 0,0 0-1 0 0,8 5 1 0 0,7 3 28 0 0,0 0 0 0 0,0-1-1 0 0,1-1 1 0 0,40 12 0 0 0,-17-9 12 0 0,0-3 0 0 0,0-1 0 0 0,53 2 0 0 0,130-4 654 0 0,-222-6-674 0 0,-2 0-6 0 0,1 0 0 0 0,-1 0 0 0 0,0 0 0 0 0,0 0 0 0 0,0 0 0 0 0,0-1 0 0 0,1 1-1 0 0,-1 0 1 0 0,0-1 0 0 0,0 0 0 0 0,0 1 0 0 0,0-1 0 0 0,0 0 0 0 0,0 0 0 0 0,2-2 0 0 0,5-12-2356 0 0,-7 7 1562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6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62 3748 0 0,'-11'-60'1854'0'0,"11"59"-1715"0"0,0 6-574 0 0,0 9 418 0 0,0 0 0 0 0,1 1-1 0 0,1-1 1 0 0,0 0 0 0 0,1 0-1 0 0,6 17 1 0 0,33 87 3 0 0,-40-113 15 0 0,123 278 95 0 0,-89-206-70 0 0,-30-64 21 0 0,32 81 1577 0 0,-38-94-1591 0 0,0 1 1 0 0,-1-1-1 0 0,1 0 0 0 0,0 1 1 0 0,-1-1-1 0 0,1 1 1 0 0,0-1-1 0 0,-1 0 1 0 0,1 1-1 0 0,-1-1 1 0 0,1 0-1 0 0,-1 0 1 0 0,1 1-1 0 0,-1-1 0 0 0,1 0 1 0 0,-1 0-1 0 0,1 0 1 0 0,-1 1-1 0 0,1-1 1 0 0,-1 0-1 0 0,1 0 1 0 0,-1 0-1 0 0,1 0 1 0 0,-1 0-1 0 0,1 0 1 0 0,-1 0-1 0 0,0 0 0 0 0,1 0 1 0 0,-1-1-1 0 0,1 1 1 0 0,-1 0-1 0 0,0 0 1 0 0,-3-2-2 0 0,0 0 1 0 0,1-1 0 0 0,-1 1-1 0 0,0-1 1 0 0,1 1 0 0 0,-1-1-1 0 0,1 0 1 0 0,0-1 0 0 0,0 1-1 0 0,0 0 1 0 0,1-1 0 0 0,-1 0-1 0 0,1 1 1 0 0,0-1 0 0 0,0 0-1 0 0,0 0 1 0 0,0 0 0 0 0,1 0-1 0 0,-1-1 1 0 0,1 1 0 0 0,1 0-1 0 0,-1-1 1 0 0,0 1-1 0 0,1-1 1 0 0,0 1 0 0 0,0 0-1 0 0,0-1 1 0 0,1 1 0 0 0,-1-1-1 0 0,1 1 1 0 0,0 0 0 0 0,0-1-1 0 0,1 1 1 0 0,-1 0 0 0 0,1 0-1 0 0,3-6 1 0 0,-1 2-62 0 0,-1 2 0 0 0,1-1 1 0 0,1 0-1 0 0,-1 1 0 0 0,1 0 0 0 0,0 0 1 0 0,0 0-1 0 0,1 1 0 0 0,-1 0 0 0 0,1 0 1 0 0,1 0-1 0 0,-1 1 0 0 0,1 0 0 0 0,-1 0 1 0 0,1 0-1 0 0,0 1 0 0 0,0 0 0 0 0,1 0 0 0 0,-1 1 1 0 0,1 0-1 0 0,11-1 0 0 0,-1 2-22 0 0,0 2 1 0 0,-1 0-1 0 0,1 2 0 0 0,-1-1 0 0 0,0 2 1 0 0,0 0-1 0 0,0 2 0 0 0,0-1 0 0 0,24 14 1 0 0,11 8-144 0 0,71 51 1 0 0,-122-77 190 0 0,3 2 4 0 0,1 0-1 0 0,-1 1 1 0 0,0 0-1 0 0,-1-1 1 0 0,1 2-1 0 0,4 6 0 0 0,-2 5-3741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7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225 368 5256 0 0,'7'-20'-378'0'0,"-7"19"385"0"0,-1 0 0 0 0,0 0-1 0 0,1 0 1 0 0,-1 1-1 0 0,0-1 1 0 0,1 0-1 0 0,-1 0 1 0 0,0 0 0 0 0,0 0-1 0 0,0 1 1 0 0,0-1-1 0 0,0 0 1 0 0,0 1-1 0 0,0-1 1 0 0,0 1-1 0 0,0-1 1 0 0,0 1 0 0 0,-2-1-1 0 0,1 1 27 0 0,-3 0-5 0 0,-8 1-32 0 0,0 0 0 0 0,-1 1 0 0 0,1 1-1 0 0,1 0 1 0 0,-1 1 0 0 0,-23 10-1 0 0,29-11-3 0 0,0-1-1 0 0,1 2 0 0 0,0-1 0 0 0,0 1 0 0 0,0 0 0 0 0,0 0 1 0 0,1 0-1 0 0,-1 1 0 0 0,1 0 0 0 0,0 0 0 0 0,1 0 0 0 0,-1 1 1 0 0,1 0-1 0 0,0-1 0 0 0,-3 9 0 0 0,6-13 11 0 0,1 0 0 0 0,-1 0 0 0 0,1 0 0 0 0,0 0 0 0 0,-1 0-1 0 0,1 0 1 0 0,0 0 0 0 0,0 0 0 0 0,0 0 0 0 0,0 0 0 0 0,0 0 0 0 0,0 0 0 0 0,0 0-1 0 0,0 0 1 0 0,0 0 0 0 0,1 0 0 0 0,-1 0 0 0 0,0 0 0 0 0,1 0 0 0 0,-1 0 0 0 0,0 0 0 0 0,1 0-1 0 0,0 0 1 0 0,-1 0 0 0 0,1 0 0 0 0,-1-1 0 0 0,1 1 0 0 0,0 0 0 0 0,0 0 0 0 0,1 1-1 0 0,1-1 10 0 0,0 1 0 0 0,0-1 0 0 0,0 1 0 0 0,0-1 0 0 0,0 0-1 0 0,1 0 1 0 0,-1-1 0 0 0,0 1 0 0 0,6 0 0 0 0,4-1 29 0 0,0 1 1 0 0,0-2 0 0 0,18-2-1 0 0,-15-1 33 0 0,0-1 0 0 0,0-1-1 0 0,19-10 1 0 0,9-2 637 0 0,-42 17-643 0 0,-1 0 7 0 0,-1 1-73 0 0,0 0 0 0 0,0 0 0 0 0,0-1 0 0 0,0 1 0 0 0,0 0 0 0 0,0 0 0 0 0,1 0 0 0 0,-1 0 0 0 0,0 0-1 0 0,0-1 1 0 0,0 1 0 0 0,0 0 0 0 0,0 0 0 0 0,1 0 0 0 0,-1 0 0 0 0,0 0 0 0 0,0 0 0 0 0,0 0 0 0 0,0 0-1 0 0,1-1 1 0 0,-1 1 0 0 0,0 0 0 0 0,0 0 0 0 0,0 0 0 0 0,0 0 0 0 0,1 0 0 0 0,-1 0 0 0 0,0 0 0 0 0,0 0-1 0 0,0 0 1 0 0,1 0 0 0 0,-1 0 0 0 0,0 0 0 0 0,0 0 0 0 0,0 0 0 0 0,0 0 0 0 0,1 0 0 0 0,-1 1 0 0 0,0-1-1 0 0,0 0 1 0 0,0 0 0 0 0,0 0 0 0 0,1 0 0 0 0,-1 0 0 0 0,0 0 0 0 0,0 0 0 0 0,0 1 0 0 0,0-1 0 0 0,9 7-2 0 0,-1 0 0 0 0,1-1 1 0 0,0 0-1 0 0,0 0 1 0 0,1-1-1 0 0,-1 0 0 0 0,1-1 1 0 0,0 0-1 0 0,1-1 1 0 0,13 4-1 0 0,117 17 74 0 0,-109-20-21 0 0,-29-3-35 0 0,1 0-1 0 0,-1-1 0 0 0,1 1 1 0 0,-1-1-1 0 0,1 0 0 0 0,-1 0 1 0 0,1 0-1 0 0,-1 0 0 0 0,1-1 1 0 0,-1 0-1 0 0,0 1 0 0 0,1-1 1 0 0,-1-1-1 0 0,0 1 0 0 0,1 0 1 0 0,-1-1-1 0 0,0 1 1 0 0,0-1-1 0 0,0 0 0 0 0,0 0 1 0 0,0 0-1 0 0,-1-1 0 0 0,4-2 1 0 0,-3 0 3 0 0,0-1 0 0 0,-1 1 1 0 0,1-1-1 0 0,-1 1 1 0 0,0-1-1 0 0,-1 0 0 0 0,1 0 1 0 0,-1 0-1 0 0,0 1 0 0 0,0-1 1 0 0,-1 0-1 0 0,0-11 1 0 0,-17-322 763 0 0,15 301-631 0 0,1 8-544 0 0,12 64 192 0 0,-6-7 183 0 0,-2 0-1 0 0,-1 0 1 0 0,-1 0 0 0 0,-2 0-1 0 0,-4 36 1 0 0,2-29 24 0 0,1 0-1 0 0,5 60 1 0 0,-1-77 7 0 0,1 1 0 0 0,0-1-1 0 0,1 0 1 0 0,1 0-1 0 0,8 18 1 0 0,-10-30-4 0 0,0 0 0 0 0,-1 1 0 0 0,2-1 0 0 0,-1-1 0 0 0,1 1-1 0 0,-1 0 1 0 0,1-1 0 0 0,0 0 0 0 0,1 0 0 0 0,-1 0 0 0 0,1 0 0 0 0,0-1 0 0 0,0 0 0 0 0,0 0 0 0 0,0 0 0 0 0,0-1 0 0 0,1 1 0 0 0,11 2 0 0 0,1-1-89 0 0,1-1 0 0 0,1 0 0 0 0,-1-2 0 0 0,0 0 0 0 0,0-1 0 0 0,0-1 0 0 0,29-4 0 0 0,-28 1-703 0 0,-1-1 1 0 0,1 0-1 0 0,-1-2 1 0 0,21-9-1 0 0,-3-2-589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7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80 4488 0 0,'-22'0'40'0'0,"3"-3"260"0"0,10-4-224 0 0,34-3-124 0 0,0 2-28 0 0,-1 4-124 0 0,12-6-108 0 0,13-3-192 0 0,6 1-784 0 0,-3 0 652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0:59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5 287 3244 0 0,'-1'0'-28'0'0,"1"0"0"0"0,0 0 0 0 0,0 0-1 0 0,-1 0 1 0 0,1 0 0 0 0,0 1 0 0 0,0-1 0 0 0,0 0-1 0 0,-1 0 1 0 0,1 0 0 0 0,0 1 0 0 0,0-1 0 0 0,0 0-1 0 0,0 0 1 0 0,0 1 0 0 0,-1-1 0 0 0,1 0 0 0 0,0 0-1 0 0,0 1 1 0 0,0-1 0 0 0,0 0 0 0 0,0 0 0 0 0,0 1-1 0 0,0-1 1 0 0,0 0 0 0 0,0 0 0 0 0,0 1 0 0 0,0-1-1 0 0,0 0 1 0 0,0 1 0 0 0,0-1 0 0 0,0 0 0 0 0,0 0-1 0 0,0 1 1 0 0,0-1 0 0 0,1 0 0 0 0,-1 0 0 0 0,0 1-1 0 0,0-1 1 0 0,0 0 0 0 0,0 0 0 0 0,1 1 0 0 0,13 0 20 0 0,-10 0 9 0 0,20-3 62 0 0,-1-1 0 0 0,0-2 0 0 0,0 0-1 0 0,43-16 1 0 0,-22 7 32 0 0,13-7 75 0 0,-1-2 0 0 0,96-56 0 0 0,-75 37 196 0 0,24-16 566 0 0,-87 47-390 0 0,-20 2-77 0 0,3 8-439 0 0,0 0 0 0 0,-1 0 0 0 0,1 0 0 0 0,0 1 0 0 0,0-1 0 0 0,-1 1 0 0 0,1-1 1 0 0,0 1-1 0 0,-4 1 0 0 0,-265 35 198 0 0,269-36-220 0 0,166-14-81 0 0,-125 12 54 0 0,3 0-49 0 0,0 2-1 0 0,71 8 1 0 0,-111-8 72 0 0,-1 0-1 0 0,1 0 1 0 0,0 0-1 0 0,-1 0 1 0 0,1 0 0 0 0,-1 0-1 0 0,1 0 1 0 0,-1 0-1 0 0,1 0 1 0 0,-1 0-1 0 0,1 0 1 0 0,-1 1-1 0 0,1-1 1 0 0,-1 0 0 0 0,1 0-1 0 0,-1 1 1 0 0,1-1-1 0 0,-1 0 1 0 0,1 1-1 0 0,-1-1 1 0 0,1 0-1 0 0,-1 1 1 0 0,0-1 0 0 0,1 1-1 0 0,-1-1 1 0 0,0 1-1 0 0,1-1 1 0 0,-1 0-1 0 0,0 1 1 0 0,0-1 0 0 0,0 1-1 0 0,1 0 1 0 0,-1-1-1 0 0,0 1 1 0 0,0-1-1 0 0,0 1 1 0 0,0-1-1 0 0,0 1 1 0 0,0-1 0 0 0,0 1-1 0 0,0-1 1 0 0,0 1-1 0 0,0 0 1 0 0,0-1-1 0 0,0 1 1 0 0,0-1-1 0 0,0 1 1 0 0,-1-1 0 0 0,1 1-1 0 0,0-1 1 0 0,0 1-1 0 0,-1-1 1 0 0,1 1-1 0 0,0-1 1 0 0,-1 1-1 0 0,1-1 1 0 0,0 0 0 0 0,-1 1-1 0 0,0 0 1 0 0,-26 24 18 0 0,27-25-18 0 0,-84 59 80 0 0,43-33-756 0 0,-44 40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8:10.3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4222 101 24575,'-5'-3'0,"0"0"0,0 1 0,0-1 0,0 1 0,-1 0 0,1 1 0,-1-1 0,1 1 0,-1 0 0,1 0 0,-11 1 0,-7-3 0,-309-35 0,230 28 0,-310 3 0,229 10 0,-231-22 0,323 14 0,-1 5 0,-125 15 0,-178 45 0,373-56 0,-73 17 0,63-13 0,0-1 0,0-1 0,-41 1 0,57-5 0,1 0 0,0 2 0,0 0 0,0 0 0,0 2 0,1-1 0,-1 2 0,-13 8 0,6-3 0,-48 16 0,-431 116 0,179-21 0,288-108 0,1 2 0,0 2 0,2 1 0,0 1 0,1 2 0,2 1 0,0 1 0,1 1 0,2 1 0,1 2 0,1 0 0,2 2 0,0 0 0,2 2 0,2 0 0,1 0 0,2 2 0,1 0 0,-12 50 0,12-30 0,1 1 0,4 0 0,1 1 0,3-1 0,3 1 0,2 0 0,11 72 0,-4-93 0,2-1 0,1-1 0,1 1 0,2-2 0,36 62 0,-22-50 0,1-2 0,3-1 0,57 59 0,-56-69 0,2-1 0,2-2 0,0-1 0,2-2 0,80 39 0,-53-35 0,2-3 0,2-3 0,76 15 0,915 176 0,-384-124 0,2-53 0,10-39 0,-249-3 0,-138 7 0,341-7 0,-565-3 0,0-2 0,133-35 0,147-67 0,-37-16 0,-264 99 0,-1-2 0,-2-2 0,73-56 0,-109 72 0,1 0 0,-2-1 0,0-1 0,-2 0 0,0-1 0,0-1 0,-2 0 0,-1-1 0,0-1 0,8-23 0,4-14 0,-2-1 0,-3-1 0,-3-1 0,16-119 0,-29 150 0,-2-1 0,-1 0 0,-1 1 0,-2-1 0,-1 1 0,-2-1 0,-1 2 0,-1-1 0,-1 1 0,-2 0 0,-27-52 0,7 30 0,-2 2 0,-3 1 0,-1 2 0,-3 1 0,-1 3 0,-2 1 0,-2 2 0,-81-55 0,-132-76 0,202 138 0,-2 3 0,-107-40 0,-409-74 0,569 143 0,-488-81 0,334 59 0,-78 5 0,159 15 0,-119-18 0,10-14-1365,149 27-5461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8:13.6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24575,'11'1'0,"0"0"0,0 1 0,1 0 0,-1 1 0,0 0 0,-1 1 0,19 9 0,-12-6 0,146 72 0,246 162 0,-245-139 0,124 70 0,408 263 0,-570-343 0,225 216 0,63 159 0,-296-309 0,119 212 0,60 201 0,25 128 0,-48 22 0,-134-245 0,2 10 0,-65-250 0,98 313 0,-150-454 0,-4 2 0,-4 1 0,-5 0 0,0 192 0,-18 505 0,2-722 0,-4 0 0,-3 0 0,-2-1 0,-4 0 0,-27 71 0,32-112 0,-1 0 0,-2 0 0,-1-2 0,-1 0 0,-1 0 0,-2-2 0,-38 42 0,-183 155 0,220-205 0,-17 9 0,-2-2 0,0-1 0,-85 38 0,68-36 0,-331 131 0,196-85 0,-266 99 0,378-141 0,-100 54 0,-46 20 0,204-96 0,13-5 0,1 0 0,-1-1 0,0 0 0,0 0 0,0-1 0,-11 1 0,18-3 0,0 0 0,0 0 0,0 0 0,0-1 0,0 1 0,0-1 0,0 1 0,0-1 0,0 0 0,0 1 0,1-1 0,-1 0 0,0 0 0,1 0 0,-1 0 0,1-1 0,-1 1 0,1 0 0,-1-1 0,1 1 0,0-1 0,0 1 0,0-1 0,0 0 0,0 1 0,0-1 0,0 0 0,0 0 0,1 0 0,-1 0 0,1 1 0,-1-1 0,1 0 0,0 0 0,0-3 0,-6-48 0,3 0 0,3-1 0,6-55 0,-1-2 0,-2-82 0,-4 221 0,-1 1 0,-2-1 0,0 0 0,-2 0 0,-1-1 0,-1 1 0,-2-2 0,-1 1 0,0-1 0,-22 34 0,29-54 0,1 0 0,0 1 0,0-1 0,1 1 0,0 0 0,0-1 0,1 1 0,0 0 0,0 0 0,0 0 0,1 0 0,0 0 0,1 0 0,-1 0 0,1 0 0,0 0 0,1 0 0,0 0 0,0-1 0,1 1 0,-1 0 0,1-1 0,1 0 0,-1 0 0,1 0 0,0 0 0,1-1 0,-1 1 0,1-1 0,0 0 0,0-1 0,1 1 0,8 5 0,4 1 0,2 0 0,-1-1 0,1-1 0,1-1 0,-1-1 0,36 7 0,140 18 0,-149-26 0,49 7-119,400 66-1127,-442-67-5580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9:20.7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1 663 24575,'40'148'0,"-8"-37"0,-31-109 0,-1 1 0,1-1 0,-1 1 0,1-1 0,0 0 0,0 1 0,0-1 0,0 0 0,1 0 0,-1 0 0,0 0 0,1 0 0,0 0 0,-1 0 0,1-1 0,0 1 0,0 0 0,0-1 0,0 1 0,0-1 0,0 0 0,1 0 0,-1 0 0,0 0 0,1 0 0,-1-1 0,0 1 0,1 0 0,-1-1 0,1 0 0,-1 0 0,3 0 0,6-1 0,-1 0 0,0-1 0,0 0 0,0-1 0,0 0 0,0-1 0,9-5 0,75-39 0,-1-5 0,117-90 0,-119 80 0,187-123-682,457-227-1,-653 373-6143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9:21.6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0 492 24575,'0'4'0,"0"11"0,0 6 0,0 5 0,0 1 0,0 1 0,5 0 0,13-4 0,31-25 0,36-28 0,39-32 0,37-31 0,30-17 0,0-3 0,-16 9 0,-32 13 0,-42 22-8191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9:22.8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1 566 24575,'0'9'0,"4"7"0,2 9 0,4 5 0,9-7 0,13-20 0,16-24 0,12-25 0,17-27 0,8-10 0,4-3 0,-1 0 0,6 10 0,0 5 0,-3 15 0,-13 12 0,-19 14-8191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9:25.6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0 569 24575,'0'4'0,"5"11"0,5 2 0,1 7 0,3 3 0,8-2 0,21-10 0,39-20 0,44-23 0,43-32 0,45-28 0,34-25 0,18-9 0,-19 10 0,-44 16 0,-55 25-8191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1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1 154 836 0 0,'0'0'1904'0'0,"4"-3"-1887"0"0,1-1 10 0 0,1 1 0 0 0,0 1 0 0 0,1-1 0 0 0,-1 1 0 0 0,0 0 0 0 0,1 0 0 0 0,-1 1 0 0 0,1 0 0 0 0,0 0 1 0 0,-1 0-1 0 0,12 1 0 0 0,264-5 197 0 0,244-17-54 0 0,-448 17-142 0 0,61 3-7 0 0,90 1-10 0 0,33-3 138 0 0,-73-1-45 0 0,339-35 237 0 0,-269 13-133 0 0,-94 13 1213 0 0,-162 13-1402 0 0,13-1-3155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2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27 3292 0 0,'-6'-15'12'0'0,"6"14"-10"0"0,0 1 0 0 0,0-1 0 0 0,0 1 0 0 0,0-1 0 0 0,-1 1 1 0 0,1-1-1 0 0,0 1 0 0 0,0-1 0 0 0,-1 1 0 0 0,1-1 1 0 0,0 1-1 0 0,-1-1 0 0 0,1 1 0 0 0,0-1 0 0 0,-1 1 0 0 0,1 0 1 0 0,-1-1-1 0 0,1 1 0 0 0,-1 0 0 0 0,1-1 0 0 0,0 1 0 0 0,-1 0 1 0 0,0-1-1 0 0,1 1 0 0 0,-1 0 0 0 0,1 0 0 0 0,-1 0 0 0 0,1 0 1 0 0,-1-1-1 0 0,0 1 0 0 0,-2 2-5 0 0,1-1-1 0 0,-1 1 1 0 0,1 0-1 0 0,0-1 1 0 0,0 1 0 0 0,0 0-1 0 0,0 0 1 0 0,0 1 0 0 0,0-1-1 0 0,0 0 1 0 0,1 0-1 0 0,-1 1 1 0 0,1-1 0 0 0,0 1-1 0 0,0 0 1 0 0,0-1 0 0 0,0 1-1 0 0,0 0 1 0 0,0 0-1 0 0,1-1 1 0 0,-1 1 0 0 0,1 0-1 0 0,0 0 1 0 0,0 0 0 0 0,0 0-1 0 0,0 0 1 0 0,1-1-1 0 0,-1 1 1 0 0,1 0 0 0 0,-1 0-1 0 0,2 2 1 0 0,3 7 4 0 0,1-1 0 0 0,0 0 1 0 0,1 0-1 0 0,0-1 0 0 0,1 1 0 0 0,0-2 0 0 0,1 1 0 0 0,-1-1 1 0 0,2-1-1 0 0,-1 1 0 0 0,1-2 0 0 0,1 1 0 0 0,-1-1 0 0 0,1-1 1 0 0,0 0-1 0 0,1 0 0 0 0,0-2 0 0 0,20 7 0 0 0,18 3 19 0 0,0-2 0 0 0,1-2 0 0 0,63 4 0 0 0,17-8 34 0 0,0-6 0 0 0,197-25 0 0 0,-151 9-17 0 0,-108 9 602 0 0,73-18 0 0 0,-140 25-539 0 0,-2 0-93 0 0,0 0-1 0 0,1 0 0 0 0,-1 0 1 0 0,0 0-1 0 0,0 0 0 0 0,1 0 0 0 0,-1 0 1 0 0,0 0-1 0 0,1-1 0 0 0,-1 1 0 0 0,0 0 1 0 0,0 0-1 0 0,1 0 0 0 0,-1 0 0 0 0,0 0 1 0 0,0-1-1 0 0,0 1 0 0 0,1 0 1 0 0,-1 0-1 0 0,0 0 0 0 0,0-1 0 0 0,0 1 1 0 0,1 0-1 0 0,-1 0 0 0 0,0-1 0 0 0,0 1 1 0 0,0 0-1 0 0,0 0 0 0 0,0-1 1 0 0,0 1-1 0 0,0 0 0 0 0,0 0 0 0 0,0-1 1 0 0,0 1-1 0 0,1 0 0 0 0,-1-1 0 0 0,0 1 1 0 0,-1 0-1 0 0,1 0 0 0 0,0-1 0 0 0,0 1 1 0 0,0 0-1 0 0,0 0 0 0 0,0-1 1 0 0,0 1-1 0 0,-3-11 96 0 0,3 11-111 0 0,0-2 53 0 0,-3 0-1 0 0,-8-5-29 0 0,1 1 0 0 0,-1 1 1 0 0,-1 0-1 0 0,1 1 0 0 0,-1 0 0 0 0,1 0 0 0 0,-1 1 0 0 0,0 1 0 0 0,-24-2 0 0 0,7 0-37 0 0,-46-12 1 0 0,57 12-83 0 0,11 3 25 0 0,10 1 44 0 0,266 20-52 0 0,-215-12 66 0 0,-1 1-1 0 0,0 3 0 0 0,61 22 0 0 0,-113-33 25 0 0,1-1-1 0 0,-1 1 1 0 0,0-1 0 0 0,1 1 0 0 0,-1-1-1 0 0,0 1 1 0 0,1-1 0 0 0,-1 1-1 0 0,0 0 1 0 0,0 0 0 0 0,1 0-1 0 0,-1 0 1 0 0,0 0 0 0 0,0 0-1 0 0,0 0 1 0 0,0 0 0 0 0,0 0-1 0 0,-1 1 1 0 0,1-1 0 0 0,0 0-1 0 0,0 0 1 0 0,-1 1 0 0 0,1-1-1 0 0,0 3 1 0 0,-1-2 2 0 0,-1 0 0 0 0,1 0 1 0 0,0-1-1 0 0,-1 1 0 0 0,1 0 0 0 0,-1 0 0 0 0,0 0 0 0 0,0-1 0 0 0,1 1 1 0 0,-1 0-1 0 0,0-1 0 0 0,0 1 0 0 0,-1-1 0 0 0,1 1 0 0 0,0-1 0 0 0,-2 2 1 0 0,-7 6 16 0 0,-1 0 0 0 0,0-1 1 0 0,0 0-1 0 0,-13 6 0 0 0,-25 15 11 0 0,23-12-76 0 0,-1-2-1 0 0,-29 12 0 0 0,36-20-2229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3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96 218 4120 0 0,'-13'-101'1813'0'0,"43"195"-1823"0"0,-12-42 61 0 0,1-1 1 0 0,4-1 0 0 0,44 76 0 0 0,-52-99 23 0 0,-12-20 578 0 0,-7-6-256 0 0,-17-17-132 0 0,-25-31-140 0 0,14-3-39 0 0,2-2-1 0 0,3-1 0 0 0,2-2 0 0 0,-21-65 0 0 0,20 21-179 0 0,26 98 89 0 0,0-1 0 0 0,0 1 0 0 0,0 0 0 0 0,1 0 1 0 0,-1 0-1 0 0,0 0 0 0 0,0 0 0 0 0,1 0 0 0 0,-1 0 0 0 0,1 0 0 0 0,-1 0 0 0 0,1 0 0 0 0,0 0 0 0 0,-1 0 0 0 0,1 0 0 0 0,0 0 0 0 0,-1 0 0 0 0,1 1 0 0 0,0-1 0 0 0,0 0 0 0 0,0 1 0 0 0,0-1 0 0 0,0 0 0 0 0,0 1 0 0 0,0-1 0 0 0,0 1 0 0 0,0 0 0 0 0,0-1 0 0 0,0 1 0 0 0,0 0 0 0 0,0-1 0 0 0,0 1 0 0 0,2 0 0 0 0,36-6-67 0 0,-39 6 71 0 0,33 0-26 0 0,0 1 0 0 0,0 1-1 0 0,-1 2 1 0 0,42 10 0 0 0,122 41-11 0 0,-160-42 21 0 0,0 0-1 0 0,-1 2 1 0 0,42 25 0 0 0,-59-29-2 0 0,0 1 1 0 0,-1 0-1 0 0,-1 2 0 0 0,0 0 0 0 0,0 0 1 0 0,-2 1-1 0 0,19 25 0 0 0,-30-37 20 0 0,0 1 1 0 0,-1 0-1 0 0,1 0 0 0 0,-1 0 1 0 0,0 0-1 0 0,0 0 0 0 0,-1 0 0 0 0,1 0 1 0 0,-1 1-1 0 0,0-1 0 0 0,0 1 1 0 0,0-1-1 0 0,-1 1 0 0 0,0-1 1 0 0,1 1-1 0 0,-1-1 0 0 0,-1 1 1 0 0,0 6-1 0 0,-1-6 2 0 0,0 1-1 0 0,0-1 1 0 0,-1 0 0 0 0,0 0 0 0 0,1 0 0 0 0,-2-1 0 0 0,1 1-1 0 0,0-1 1 0 0,-1 1 0 0 0,0-1 0 0 0,0 0 0 0 0,-9 6 0 0 0,-10 5 11 0 0,0-1 1 0 0,-1-1-1 0 0,0-1 1 0 0,-48 16-1 0 0,60-23-9 0 0,-29 7 205 0 0,1-2 0 0 0,-2-2 1 0 0,1-1-1 0 0,-1-2 0 0 0,-74-2 1 0 0,113-3-119 0 0,-7-1-106 0 0,10 0-15 0 0,1 1 0 0 0,-1 0 0 0 0,0 0 0 0 0,0 0 0 0 0,0 0 0 0 0,0 0 0 0 0,0 0-1 0 0,0 0 1 0 0,0 0 0 0 0,1 0 0 0 0,-1 0 0 0 0,0 0 0 0 0,0-1 0 0 0,0 1 0 0 0,0 0 0 0 0,0 0-1 0 0,0 0 1 0 0,0 0 0 0 0,0 0 0 0 0,0 0 0 0 0,0 0 0 0 0,0-1 0 0 0,1 1 0 0 0,-1 0 0 0 0,0 0 0 0 0,0 0-1 0 0,0 0 1 0 0,0 0 0 0 0,0-1 0 0 0,0 1 0 0 0,0 0 0 0 0,0 0 0 0 0,0 0 0 0 0,0 0 0 0 0,0 0-1 0 0,0-1 1 0 0,-1 1 0 0 0,1 0 0 0 0,0 0 0 0 0,0 0 0 0 0,0 0 0 0 0,0 0 0 0 0,0 0 0 0 0,0-1-1 0 0,0 1 1 0 0,0 0 0 0 0,0 0 0 0 0,0 0 0 0 0,0 0 0 0 0,-1 0 0 0 0,1 0 0 0 0,0 0 0 0 0,0 0 0 0 0,0 0-1 0 0,0-1 1 0 0,51-18-3146 0 0,-30 12 1015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5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97 591 5481 0 0,'30'-2'-366'0'0,"49"-9"0"0"0,-67 7 352 0 0,0-1 1 0 0,0 0-1 0 0,-1-1 0 0 0,1 0 1 0 0,-2 0-1 0 0,19-15 0 0 0,-27 19 4 0 0,1 0-1 0 0,-1 0 1 0 0,1-1-1 0 0,-1 1 1 0 0,0-1-1 0 0,0 0 1 0 0,0 0-1 0 0,0 0 1 0 0,-1 0-1 0 0,1 0 1 0 0,-1 0-1 0 0,0 0 1 0 0,2-5-1 0 0,-3 6 3 0 0,0-1-1 0 0,0 1 1 0 0,0 0-1 0 0,0-1 0 0 0,-1 1 1 0 0,1 0-1 0 0,-1-1 1 0 0,1 1-1 0 0,-1 0 1 0 0,0 0-1 0 0,0-1 1 0 0,0 1-1 0 0,0 0 1 0 0,0 0-1 0 0,0 0 1 0 0,-1 0-1 0 0,1 0 0 0 0,-1 1 1 0 0,1-1-1 0 0,-1 0 1 0 0,0 1-1 0 0,-1-2 1 0 0,-2-1 3 0 0,0 1-1 0 0,-1-1 1 0 0,1 2 0 0 0,-1-1 0 0 0,1 0 0 0 0,-1 1 0 0 0,0 0 0 0 0,0 0-1 0 0,0 1 1 0 0,0 0 0 0 0,0 0 0 0 0,0 0 0 0 0,0 1 0 0 0,0 0-1 0 0,0 0 1 0 0,0 0 0 0 0,0 1 0 0 0,0 0 0 0 0,0 0 0 0 0,0 1 0 0 0,-8 2-1 0 0,-3 1-6 0 0,1 1 0 0 0,1 1 0 0 0,-1 0 0 0 0,1 1-1 0 0,0 1 1 0 0,-20 16 0 0 0,31-22 9 0 0,0 0-1 0 0,1 0 1 0 0,-1 0-1 0 0,1 1 1 0 0,0-1 0 0 0,0 1-1 0 0,1 0 1 0 0,-1 0-1 0 0,1 0 1 0 0,0 0-1 0 0,0 0 1 0 0,0 1 0 0 0,0-1-1 0 0,1 1 1 0 0,0-1-1 0 0,0 1 1 0 0,0-1-1 0 0,0 1 1 0 0,1 0 0 0 0,0-1-1 0 0,0 7 1 0 0,1-5 8 0 0,0 0 1 0 0,0-1-1 0 0,1 1 1 0 0,-1-1-1 0 0,1 1 0 0 0,0-1 1 0 0,1 0-1 0 0,0 0 1 0 0,0 0-1 0 0,0 0 1 0 0,0-1-1 0 0,0 1 1 0 0,1-1-1 0 0,0 0 0 0 0,0 0 1 0 0,0 0-1 0 0,7 5 1 0 0,7 2 14 0 0,-1-1 0 0 0,2 0 0 0 0,-1-1 0 0 0,1-1-1 0 0,0-1 1 0 0,1-1 0 0 0,0-1 0 0 0,29 5 0 0 0,23-1 150 0 0,73 1 0 0 0,-134-10-140 0 0,0 1 75 0 0,0-1 0 0 0,-1-1 1 0 0,1 1-1 0 0,-1-2 0 0 0,1 1 0 0 0,-1-2 0 0 0,0 1 0 0 0,0-1 1 0 0,0-1-1 0 0,15-7 0 0 0,-20 8-52 0 0,0 0-1 0 0,0 0 1 0 0,0-1 0 0 0,-1 0 0 0 0,0 0-1 0 0,0 0 1 0 0,0 0 0 0 0,0-1 0 0 0,0 0-1 0 0,-1 0 1 0 0,0 0 0 0 0,0 0-1 0 0,0 0 1 0 0,-1 0 0 0 0,0-1 0 0 0,0 1-1 0 0,0-1 1 0 0,0 0 0 0 0,-1 1 0 0 0,1-10-1 0 0,3-29-11 0 0,-2 1-1 0 0,-2-1 1 0 0,-2 1-1 0 0,-2-1 1 0 0,-1 1-1 0 0,-3 0 1 0 0,-1 0-1 0 0,-2 0 1 0 0,-2 2-1 0 0,-20-48 1 0 0,-14-14 299 0 0,45 102-362 0 0,-1-2-35 0 0,2 4 53 0 0,0-1 0 0 0,0 0 0 0 0,0 0 0 0 0,0 0 0 0 0,0 0 0 0 0,0 0 0 0 0,0 0 0 0 0,0 0 0 0 0,-1 0 0 0 0,1 1 0 0 0,0-1 0 0 0,0 0 0 0 0,0 0 0 0 0,0 0 0 0 0,0 0 0 0 0,0 0 0 0 0,0 0 0 0 0,-1 0 0 0 0,1 0 0 0 0,0 0 0 0 0,0 0 0 0 0,0 0 0 0 0,0 0 0 0 0,0 0 0 0 0,-1 0 1 0 0,1 0-1 0 0,0 0 0 0 0,0 0 0 0 0,0 0 0 0 0,0 0 0 0 0,0 0 0 0 0,-1 0 0 0 0,1 0 0 0 0,0 0 0 0 0,0 0 0 0 0,0 0 0 0 0,0 0 0 0 0,0 0 0 0 0,0-1 0 0 0,0 1 0 0 0,-1 0 0 0 0,1 0 0 0 0,0 0 0 0 0,0 0 0 0 0,0 0 0 0 0,0 0 0 0 0,0 0 0 0 0,0 0 0 0 0,0-1 0 0 0,0 1 0 0 0,0 0 0 0 0,0 0 0 0 0,0 0 0 0 0,0 0 0 0 0,0 0 0 0 0,-1-1 0 0 0,1 1 0 0 0,0 0 0 0 0,0 0 0 0 0,0 0 0 0 0,0 0 0 0 0,0 0 0 0 0,0 0 0 0 0,0-1 0 0 0,1 1 0 0 0,-1 0 0 0 0,0 0 0 0 0,0 0 0 0 0,0 0 0 0 0,-3 12-9 0 0,1 0 0 0 0,1 1 0 0 0,0-1 0 0 0,0 1 0 0 0,1 0 0 0 0,3 17 0 0 0,16 86-22 0 0,-2-23 37 0 0,-12-51 14 0 0,2 1 1 0 0,24 81-1 0 0,-28-112-8 0 0,1-1 0 0 0,1 0-1 0 0,0 0 1 0 0,1 0 0 0 0,0-1 0 0 0,0 1 0 0 0,1-2-1 0 0,1 1 1 0 0,-1-1 0 0 0,2 0 0 0 0,-1 0-1 0 0,1-1 1 0 0,0 0 0 0 0,1-1 0 0 0,18 11 0 0 0,0-5 16 0 0,2-1 1 0 0,0-1 0 0 0,0-2 0 0 0,1 0-1 0 0,0-3 1 0 0,61 6 0 0 0,-69-10-16 0 0,0-1 0 0 0,0-2 0 0 0,0 0 1 0 0,-1-1-1 0 0,1-2 0 0 0,0 0 0 0 0,-1-1 1 0 0,0-2-1 0 0,0 0 0 0 0,28-14 0 0 0,-42 17-15 0 0,-1-1 0 0 0,1-1-1 0 0,-1 1 1 0 0,0-1 0 0 0,-1-1-1 0 0,0 1 1 0 0,0-1 0 0 0,9-13 0 0 0,-12 16-4 0 0,0 0 0 0 0,0-1 1 0 0,-1 1-1 0 0,1 0 1 0 0,-1-1-1 0 0,-1 0 0 0 0,1 0 1 0 0,0 1-1 0 0,-1-1 1 0 0,0 0-1 0 0,0 0 1 0 0,-1 0-1 0 0,1 0 0 0 0,-1 0 1 0 0,0 0-1 0 0,-1-1 1 0 0,0-4-1 0 0,0 7 3 0 0,0 0 1 0 0,-1 0-1 0 0,1 1 0 0 0,-1-1 1 0 0,1 1-1 0 0,-1-1 1 0 0,0 1-1 0 0,0-1 0 0 0,0 1 1 0 0,0 0-1 0 0,0 0 0 0 0,-1 0 1 0 0,1 0-1 0 0,-1 1 0 0 0,1-1 1 0 0,-1 1-1 0 0,0-1 1 0 0,1 1-1 0 0,-1 0 0 0 0,0 0 1 0 0,0 0-1 0 0,0 0 0 0 0,0 1 1 0 0,0-1-1 0 0,0 1 0 0 0,0 0 1 0 0,0 0-1 0 0,0 0 1 0 0,-5 0-1 0 0,-5 1-17 0 0,-1 0 0 0 0,0 1-1 0 0,1 1 1 0 0,0 0 0 0 0,-16 5 0 0 0,25-7 13 0 0,1 0-1 0 0,-1 0 1 0 0,1 1 0 0 0,0-1 0 0 0,-1 1-1 0 0,1 0 1 0 0,0 0 0 0 0,0 0 0 0 0,0 0-1 0 0,0 1 1 0 0,0-1 0 0 0,1 1-1 0 0,-1-1 1 0 0,1 1 0 0 0,-1 0 0 0 0,1 0-1 0 0,0 0 1 0 0,-1 4 0 0 0,2-4 6 0 0,0 0 1 0 0,0 1-1 0 0,0-1 0 0 0,1 0 1 0 0,-1 0-1 0 0,1 1 0 0 0,0-1 1 0 0,0 0-1 0 0,1 1 0 0 0,-1-1 1 0 0,1 0-1 0 0,-1 1 0 0 0,1-1 1 0 0,0 0-1 0 0,0 0 0 0 0,3 5 1 0 0,0 0 6 0 0,1 0 1 0 0,0 0 0 0 0,0 0-1 0 0,1-1 1 0 0,0 0 0 0 0,0 0-1 0 0,1 0 1 0 0,0-1 0 0 0,0 0-1 0 0,0 0 1 0 0,1-1 0 0 0,0 0-1 0 0,11 5 1 0 0,6 2 18 0 0,0-2 0 0 0,1-1 0 0 0,1-2 0 0 0,-1 0 0 0 0,1-1 0 0 0,1-2 0 0 0,-1-1 0 0 0,0-1 0 0 0,1-1 0 0 0,-1-2 0 0 0,1 0 0 0 0,41-9 0 0 0,-62 8 5 0 0,0 0 0 0 0,0-1 0 0 0,0 1-1 0 0,0-1 1 0 0,-1-1 0 0 0,1 0 0 0 0,-1 1-1 0 0,0-2 1 0 0,0 1 0 0 0,-1-1-1 0 0,1 0 1 0 0,-1 0 0 0 0,0 0 0 0 0,0-1-1 0 0,-1 0 1 0 0,1 0 0 0 0,-1 0 0 0 0,-1 0-1 0 0,1-1 1 0 0,-1 0 0 0 0,0 1 0 0 0,-1-1-1 0 0,3-11 1 0 0,1-11 7 0 0,-1-1-1 0 0,-1 0 1 0 0,-2 0-1 0 0,-1-43 1 0 0,-1 56-36 0 0,-5-64 243 0 0,-2-1 0 0 0,-21-85-1 0 0,22 142-566 0 0,5 39 113 0 0,7 41 90 0 0,19 97 17 0 0,-22-117 106 0 0,2-1-1 0 0,1 1 0 0 0,2-1 1 0 0,1 0-1 0 0,2-1 0 0 0,22 50 1 0 0,-27-75 10 0 0,0 0 1 0 0,0 0-1 0 0,1 0 1 0 0,0-1-1 0 0,0 0 1 0 0,1 0-1 0 0,0-1 1 0 0,0 0-1 0 0,1 0 1 0 0,0-1-1 0 0,0 0 1 0 0,0 0-1 0 0,0-1 1 0 0,1-1-1 0 0,-1 1 1 0 0,1-2-1 0 0,0 1 1 0 0,15 1-1 0 0,9 0 12 0 0,0-1-1 0 0,-1-1 1 0 0,1-2-1 0 0,43-5 1 0 0,-42 1-1 0 0,-1-2 1 0 0,1-1-1 0 0,49-17 0 0 0,-70 20-20 0 0,0-2-1 0 0,-1 1 1 0 0,0-2-1 0 0,0 0 1 0 0,-1 0 0 0 0,0-1-1 0 0,0-1 1 0 0,-1 0-1 0 0,0 0 1 0 0,0-1-1 0 0,12-15 1 0 0,-21 21-4 0 0,1 1 0 0 0,-1-1 0 0 0,0 0 0 0 0,0 0 0 0 0,0 0 1 0 0,-1 0-1 0 0,1 0 0 0 0,-1 0 0 0 0,0-1 0 0 0,0 1 0 0 0,0 0 0 0 0,-1-1 0 0 0,1 1 0 0 0,-1 0 0 0 0,0-1 0 0 0,-1 1 0 0 0,0-5 0 0 0,0 6-1 0 0,1 0 1 0 0,-1 1-1 0 0,-1-1 0 0 0,1 0 0 0 0,0 1 0 0 0,0-1 0 0 0,-1 1 0 0 0,0 0 0 0 0,1-1 0 0 0,-1 1 0 0 0,0 0 0 0 0,0 0 0 0 0,0 0 0 0 0,0 0 1 0 0,-1 1-1 0 0,1-1 0 0 0,0 0 0 0 0,-1 1 0 0 0,1 0 0 0 0,-1-1 0 0 0,0 1 0 0 0,1 0 0 0 0,-1 0 0 0 0,0 1 0 0 0,0-1 0 0 0,1 1 1 0 0,-1-1-1 0 0,-5 1 0 0 0,3-1-14 0 0,0 0 1 0 0,0 1 0 0 0,0 0-1 0 0,0 0 1 0 0,0 0 0 0 0,0 0-1 0 0,0 1 1 0 0,0 0 0 0 0,0 0 0 0 0,0 0-1 0 0,0 1 1 0 0,1 0 0 0 0,-1 0-1 0 0,0 0 1 0 0,1 0 0 0 0,0 1-1 0 0,-1-1 1 0 0,1 1 0 0 0,0 0-1 0 0,0 1 1 0 0,1-1 0 0 0,-5 5-1 0 0,8-7 18 0 0,0 0-1 0 0,-1 1 1 0 0,1-1-1 0 0,0 1 1 0 0,0-1-1 0 0,0 0 1 0 0,0 1-1 0 0,0-1 1 0 0,0 1-1 0 0,0-1 1 0 0,0 0-1 0 0,0 1 1 0 0,1-1-1 0 0,-1 1 1 0 0,1-1-1 0 0,-1 0 1 0 0,1 0-1 0 0,-1 1 1 0 0,1-1-1 0 0,0 0 1 0 0,0 0-1 0 0,0 0 1 0 0,-1 1-1 0 0,1-1 0 0 0,2 1 1 0 0,22 24 5 0 0,-6-12 11 0 0,1-1 0 0 0,0-1 0 0 0,1-1 0 0 0,0 0 0 0 0,1-2 0 0 0,0 0 0 0 0,0-2 0 0 0,33 8 0 0 0,-12-7-69 0 0,0-2-1 0 0,0-1 0 0 0,75-2 1 0 0,-102-3-371 0 0,0-1 0 0 0,-1 0 0 0 0,1-1 1 0 0,0-1-1 0 0,-1-1 0 0 0,1 0 0 0 0,-1-1 1 0 0,0 0-1 0 0,16-9 0 0 0,-13 2-934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5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97 4236 0 0,'-16'2'-183'0'0,"174"-31"566"0"0,84 3-257 0 0,61-10-1220 0 0,-301 34 113 0 0,1-4 350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7.0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439 314 2996 0 0,'-7'-5'-13'0'0,"-1"0"1"0"0,0 1-1 0 0,-1 0 0 0 0,1 0 0 0 0,-1 1 0 0 0,0 0 0 0 0,0 0 0 0 0,0 1 0 0 0,0 0 1 0 0,0 1-1 0 0,-14-1 0 0 0,9 2-15 0 0,-1 1 0 0 0,0 0 0 0 0,0 1 0 0 0,0 1-1 0 0,1 0 1 0 0,-29 10 0 0 0,31-9 15 0 0,-1 1-1 0 0,1 1 1 0 0,0 0 0 0 0,0 0-1 0 0,1 1 1 0 0,0 1 0 0 0,0 0-1 0 0,1 0 1 0 0,0 1-1 0 0,0 1 1 0 0,1-1 0 0 0,0 2-1 0 0,1-1 1 0 0,0 1-1 0 0,1 0 1 0 0,0 1 0 0 0,-8 17-1 0 0,14-25 19 0 0,0 1-1 0 0,0-1 1 0 0,1 1-1 0 0,-1-1 1 0 0,1 1 0 0 0,0-1-1 0 0,0 1 1 0 0,1-1-1 0 0,-1 1 1 0 0,1-1-1 0 0,0 1 1 0 0,0-1-1 0 0,1 0 1 0 0,-1 1-1 0 0,1-1 1 0 0,0 0 0 0 0,0 0-1 0 0,0 0 1 0 0,1 0-1 0 0,-1-1 1 0 0,1 1-1 0 0,0-1 1 0 0,0 1-1 0 0,0-1 1 0 0,0 0 0 0 0,1 0-1 0 0,-1 0 1 0 0,1-1-1 0 0,5 4 1 0 0,9 5 27 0 0,1 0 0 0 0,0-1 1 0 0,0-1-1 0 0,37 12 0 0 0,-4-6 26 0 0,2-2-1 0 0,-1-3 1 0 0,2-2-1 0 0,-1-2 0 0 0,1-3 1 0 0,-1-2-1 0 0,88-10 1 0 0,-129 8 1 0 0,0-1 1 0 0,0-1-1 0 0,0 0 0 0 0,0-1 1 0 0,-1 0-1 0 0,1-1 1 0 0,-1 0-1 0 0,21-13 1 0 0,-28 14-41 0 0,0 1 1 0 0,-1-1-1 0 0,1 0 1 0 0,-1-1-1 0 0,0 1 1 0 0,0-1-1 0 0,0 0 0 0 0,-1 0 1 0 0,0 0-1 0 0,0-1 1 0 0,0 1-1 0 0,-1-1 1 0 0,1 1-1 0 0,-1-1 1 0 0,-1 0-1 0 0,1 0 1 0 0,-1 0-1 0 0,0 0 1 0 0,0 0-1 0 0,-1 0 1 0 0,0-8-1 0 0,-2-29 98 0 0,-1 0 0 0 0,-3 0-1 0 0,-1 1 1 0 0,-3-1 0 0 0,-1 2 0 0 0,-2-1 0 0 0,-2 2 0 0 0,-1 0-1 0 0,-24-41 1 0 0,32 67 40 0 0,-19-44 372 0 0,26 56-557 0 0,4 7-159 0 0,39 82 172 0 0,57 170 0 0 0,-4-6 230 0 0,-68-189 1471 0 0,-49-72-1551 0 0,15 8-69 0 0,1-1 0 0 0,-1 0 0 0 0,1 0 0 0 0,0 0 0 0 0,-10-8 0 0 0,14 9-53 0 0,1 1-1 0 0,-1-1 0 0 0,1 1 1 0 0,0-1-1 0 0,-1 0 1 0 0,1 0-1 0 0,0 0 0 0 0,0 0 1 0 0,0 1-1 0 0,0-1 1 0 0,1 0-1 0 0,-1 0 0 0 0,0-1 1 0 0,1 1-1 0 0,0 0 1 0 0,-1 0-1 0 0,1 0 0 0 0,0 0 1 0 0,0 0-1 0 0,0 0 1 0 0,0-1-1 0 0,1 1 0 0 0,-1 0 1 0 0,1-2-1 0 0,1-2-16 0 0,0 1-1 0 0,1 0 1 0 0,-1-1 0 0 0,1 1 0 0 0,0 0-1 0 0,0 1 1 0 0,1-1 0 0 0,-1 1-1 0 0,1-1 1 0 0,0 1 0 0 0,1 0-1 0 0,-1 0 1 0 0,0 1 0 0 0,1-1-1 0 0,0 1 1 0 0,0 0 0 0 0,0 1-1 0 0,0-1 1 0 0,1 1 0 0 0,-1 0-1 0 0,0 0 1 0 0,10-2 0 0 0,7-1-25 0 0,1 0 0 0 0,-1 2 0 0 0,1 0-1 0 0,33 1 1 0 0,-24 3 2 0 0,1 2-1 0 0,-1 1 0 0 0,0 1 0 0 0,0 2 0 0 0,34 12 1 0 0,-8 2-75 0 0,97 49 0 0 0,-145-65 85 0 0,-6-4 10 0 0,0 1 1 0 0,0-1 0 0 0,0 1-1 0 0,0 0 1 0 0,-1 1 0 0 0,1-1-1 0 0,-1 0 1 0 0,0 1-1 0 0,0 0 1 0 0,0 0 0 0 0,0 0-1 0 0,0 0 1 0 0,0 0 0 0 0,-1 1-1 0 0,3 4 1 0 0,-5-7 7 0 0,1 0 1 0 0,-1 0-1 0 0,0 1 0 0 0,0-1 1 0 0,1 0-1 0 0,-1 0 0 0 0,0 1 1 0 0,0-1-1 0 0,0 0 0 0 0,-1 0 1 0 0,1 1-1 0 0,0-1 0 0 0,0 0 1 0 0,-1 0-1 0 0,1 1 0 0 0,-1-1 1 0 0,1 0-1 0 0,-1 0 0 0 0,1 0 0 0 0,-1 0 1 0 0,0 0-1 0 0,-1 2 0 0 0,-10 4-4422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8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250 418 4196 0 0,'1'-22'-990'0'0,"-2"19"989"0"0,-1 1 0 0 0,1-1 0 0 0,-1 1 1 0 0,0-1-1 0 0,0 1 0 0 0,0 0 0 0 0,0 0 1 0 0,0 0-1 0 0,-1 0 0 0 0,1 0 0 0 0,-1 1 1 0 0,1-1-1 0 0,-1 1 0 0 0,1 0 0 0 0,-1-1 1 0 0,0 1-1 0 0,0 0 0 0 0,0 1 0 0 0,-5-2 1 0 0,2 2 6 0 0,-1-1 0 0 0,1 1 0 0 0,-1 0 0 0 0,1 1 0 0 0,-1 0 0 0 0,1 0 0 0 0,-1 0 0 0 0,-10 5 0 0 0,3-1-8 0 0,2 0 0 0 0,-1 1 1 0 0,0 1-1 0 0,1 0 1 0 0,1 1-1 0 0,-1 0 0 0 0,1 1 1 0 0,-10 10-1 0 0,20-19 3 0 0,0 1 0 0 0,0 0 0 0 0,0 0 0 0 0,0 0 0 0 0,1 0 0 0 0,-1 0 0 0 0,0 0 0 0 0,0 0 0 0 0,1 0 0 0 0,-1 0 0 0 0,1 0 0 0 0,-1 0 0 0 0,1 0 0 0 0,-1 0 0 0 0,1 0 0 0 0,0 1 0 0 0,0-1 0 0 0,-1 0 0 0 0,1 0 0 0 0,0 0 0 0 0,0 1 0 0 0,0-1 0 0 0,0 0 0 0 0,1 0 0 0 0,-1 0 0 0 0,1 3 0 0 0,0-3 6 0 0,0 1 0 0 0,0-1 0 0 0,0 1 1 0 0,1-1-1 0 0,-1 0 0 0 0,1 0 0 0 0,-1 1 0 0 0,1-1 0 0 0,-1 0 0 0 0,1-1 0 0 0,0 1 0 0 0,-1 0 0 0 0,1 0 1 0 0,0-1-1 0 0,2 2 0 0 0,3-1 13 0 0,0 1 1 0 0,0-1 0 0 0,0 0-1 0 0,0 0 1 0 0,1-1-1 0 0,-1 0 1 0 0,0 0 0 0 0,7-2-1 0 0,-2-2 92 0 0,-1-1-1 0 0,1 0 1 0 0,-1 0-1 0 0,-1-2 0 0 0,1 1 1 0 0,-1-1-1 0 0,0-1 1 0 0,17-17-1 0 0,-26 24-50 0 0,3-2-19 0 0,-4 3-41 0 0,0-1 0 0 0,0 1 0 0 0,0 0 0 0 0,0 0 0 0 0,0 0 0 0 0,0-1 0 0 0,0 1 0 0 0,1 0 0 0 0,-1 0 0 0 0,0 0 0 0 0,0-1 0 0 0,0 1 0 0 0,0 0 0 0 0,1 0 0 0 0,-1 0 0 0 0,0 0 0 0 0,0 0 0 0 0,0-1 0 0 0,1 1 0 0 0,-1 0 0 0 0,0 0 0 0 0,0 0 0 0 0,1 0 0 0 0,-1 0 0 0 0,0 0 0 0 0,0 0 0 0 0,0 0 0 0 0,1 0 0 0 0,-1 0 0 0 0,0 0 0 0 0,0 0 0 0 0,1 0 0 0 0,-1 0 0 0 0,0 0 0 0 0,0 0 0 0 0,1 0 0 0 0,-1 0 0 0 0,0 0 0 0 0,0 0 0 0 0,0 0 0 0 0,1 1 0 0 0,-1-1 0 0 0,0 0 0 0 0,32 13 56 0 0,0-1 0 0 0,1-2 1 0 0,0-1-1 0 0,0-2 0 0 0,1-1 1 0 0,0-2-1 0 0,0-1 0 0 0,0-2 1 0 0,56-4-1 0 0,-85 2-28 0 0,0 0 0 0 0,0 0-1 0 0,0 0 1 0 0,0-1 0 0 0,-1 1-1 0 0,1-1 1 0 0,-1 0 0 0 0,1-1-1 0 0,-1 1 1 0 0,0-1 0 0 0,0 0-1 0 0,0 0 1 0 0,0 0 0 0 0,0 0-1 0 0,-1-1 1 0 0,0 1 0 0 0,1-1-1 0 0,-1 0 1 0 0,0 0 0 0 0,-1 0-1 0 0,1-1 1 0 0,-1 1 0 0 0,0-1 0 0 0,0 1-1 0 0,0-1 1 0 0,-1 0 0 0 0,0 1-1 0 0,1-1 1 0 0,-1-6 0 0 0,2-15 71 0 0,-1 1 0 0 0,-2-1 0 0 0,0 0 0 0 0,-6-39 0 0 0,1 20 221 0 0,3 7 83 0 0,2 13 9 0 0,-2 1 0 0 0,-6-34-1 0 0,7 57-380 0 0,3-17-381 0 0,14 83 274 0 0,11 91 1 0 0,-19-98 105 0 0,2 0-1 0 0,31 99 1 0 0,-38-151-23 0 0,-1 0 0 0 0,1-1 0 0 0,0 1-1 0 0,0-1 1 0 0,0 0 0 0 0,1 0 0 0 0,0 0-1 0 0,0-1 1 0 0,0 1 0 0 0,1-1 0 0 0,-1 0-1 0 0,1 0 1 0 0,0-1 0 0 0,6 4-1 0 0,-1-2 9 0 0,0 0-1 0 0,0-1 1 0 0,1 0-1 0 0,0 0 1 0 0,0-1-1 0 0,0-1 0 0 0,12 2 1 0 0,12-2-166 0 0,0-1 0 0 0,0-1 1 0 0,63-9-1 0 0,-74 5-569 0 0,0 0 0 0 0,0-2 0 0 0,-1 0 0 0 0,1-2 0 0 0,22-11 0 0 0,-22 7-981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4T07:21:18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65 4912 0 0,'0'0'-64'0'0,"-22"0"24"0"0,69-10 40 0 0,-23 8-24 0 0,12-3-60 0 0,0-3-132 0 0,19 1-184 0 0,5-5-468 0 0,-8 2-228 0 0,0 0 832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8:10.3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4222 101 24575,'-5'-3'0,"0"0"0,0 1 0,0-1 0,0 1 0,-1 0 0,1 1 0,-1-1 0,1 1 0,-1 0 0,1 0 0,-11 1 0,-7-3 0,-309-35 0,230 28 0,-310 3 0,229 10 0,-231-22 0,323 14 0,-1 5 0,-125 15 0,-178 45 0,373-56 0,-73 17 0,63-13 0,0-1 0,0-1 0,-41 1 0,57-5 0,1 0 0,0 2 0,0 0 0,0 0 0,0 2 0,1-1 0,-1 2 0,-13 8 0,6-3 0,-48 16 0,-431 116 0,179-21 0,288-108 0,1 2 0,0 2 0,2 1 0,0 1 0,1 2 0,2 1 0,0 1 0,1 1 0,2 1 0,1 2 0,1 0 0,2 2 0,0 0 0,2 2 0,2 0 0,1 0 0,2 2 0,1 0 0,-12 50 0,12-30 0,1 1 0,4 0 0,1 1 0,3-1 0,3 1 0,2 0 0,11 72 0,-4-93 0,2-1 0,1-1 0,1 1 0,2-2 0,36 62 0,-22-50 0,1-2 0,3-1 0,57 59 0,-56-69 0,2-1 0,2-2 0,0-1 0,2-2 0,80 39 0,-53-35 0,2-3 0,2-3 0,76 15 0,915 176 0,-384-124 0,2-53 0,10-39 0,-249-3 0,-138 7 0,341-7 0,-565-3 0,0-2 0,133-35 0,147-67 0,-37-16 0,-264 99 0,-1-2 0,-2-2 0,73-56 0,-109 72 0,1 0 0,-2-1 0,0-1 0,-2 0 0,0-1 0,0-1 0,-2 0 0,-1-1 0,0-1 0,8-23 0,4-14 0,-2-1 0,-3-1 0,-3-1 0,16-119 0,-29 150 0,-2-1 0,-1 0 0,-1 1 0,-2-1 0,-1 1 0,-2-1 0,-1 2 0,-1-1 0,-1 1 0,-2 0 0,-27-52 0,7 30 0,-2 2 0,-3 1 0,-1 2 0,-3 1 0,-1 3 0,-2 1 0,-2 2 0,-81-55 0,-132-76 0,202 138 0,-2 3 0,-107-40 0,-409-74 0,569 143 0,-488-81 0,334 59 0,-78 5 0,159 15 0,-119-18 0,10-14-1365,149 27-5461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18:13.6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24575,'11'1'0,"0"0"0,0 1 0,1 0 0,-1 1 0,0 0 0,-1 1 0,19 9 0,-12-6 0,146 72 0,246 162 0,-245-139 0,124 70 0,408 263 0,-570-343 0,225 216 0,63 159 0,-296-309 0,119 212 0,60 201 0,25 128 0,-48 22 0,-134-245 0,2 10 0,-65-250 0,98 313 0,-150-454 0,-4 2 0,-4 1 0,-5 0 0,0 192 0,-18 505 0,2-722 0,-4 0 0,-3 0 0,-2-1 0,-4 0 0,-27 71 0,32-112 0,-1 0 0,-2 0 0,-1-2 0,-1 0 0,-1 0 0,-2-2 0,-38 42 0,-183 155 0,220-205 0,-17 9 0,-2-2 0,0-1 0,-85 38 0,68-36 0,-331 131 0,196-85 0,-266 99 0,378-141 0,-100 54 0,-46 20 0,204-96 0,13-5 0,1 0 0,-1-1 0,0 0 0,0 0 0,0-1 0,-11 1 0,18-3 0,0 0 0,0 0 0,0 0 0,0-1 0,0 1 0,0-1 0,0 1 0,0-1 0,0 0 0,0 1 0,1-1 0,-1 0 0,0 0 0,1 0 0,-1 0 0,1-1 0,-1 1 0,1 0 0,-1-1 0,1 1 0,0-1 0,0 1 0,0-1 0,0 0 0,0 1 0,0-1 0,0 0 0,0 0 0,1 0 0,-1 0 0,1 1 0,-1-1 0,1 0 0,0 0 0,0-3 0,-6-48 0,3 0 0,3-1 0,6-55 0,-1-2 0,-2-82 0,-4 221 0,-1 1 0,-2-1 0,0 0 0,-2 0 0,-1-1 0,-1 1 0,-2-2 0,-1 1 0,0-1 0,-22 34 0,29-54 0,1 0 0,0 1 0,0-1 0,1 1 0,0 0 0,0-1 0,1 1 0,0 0 0,0 0 0,0 0 0,1 0 0,0 0 0,1 0 0,-1 0 0,1 0 0,0 0 0,1 0 0,0 0 0,0-1 0,1 1 0,-1 0 0,1-1 0,1 0 0,-1 0 0,1 0 0,0 0 0,1-1 0,-1 1 0,1-1 0,0 0 0,0-1 0,1 1 0,8 5 0,4 1 0,2 0 0,-1-1 0,1-1 0,1-1 0,-1-1 0,36 7 0,140 18 0,-149-26 0,49 7-119,400 66-1127,-442-67-5580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0.0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81 24575,'0'9'0,"0"19"0,0 11 0,4 6 0,6 0 0,1-3 0,8-9 0,4-19 0,8-24 0,6-28 0,6-16 0,5-13 0,-7 2 0,-5 8 0,-9 12-8191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1.3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1 796 24575,'4'4'0,"2"10"0,-1 12 0,0 5 0,-2 2 0,3 0 0,14-11 0,20-26 0,30-38 0,37-46 0,18-22 0,22-13 0,12 1 0,5 4 0,4 5 0,-12 13 0,-25 19 0,-35 23-8191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2.3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6 281 24575,'-2'53'0,"0"-39"0,1 0 0,0 0 0,1 0 0,1 0 0,0 0 0,1-1 0,0 1 0,9 25 0,-10-38 0,0 1 0,0 0 0,0 0 0,0 0 0,1-1 0,-1 1 0,0 0 0,1-1 0,0 0 0,-1 1 0,1-1 0,0 0 0,0 0 0,-1 0 0,1 0 0,0 0 0,0 0 0,0 0 0,0-1 0,0 1 0,1-1 0,-1 0 0,0 1 0,0-1 0,0 0 0,0 0 0,4-1 0,4 0 0,0-1 0,-1-1 0,1 0 0,16-7 0,131-63 0,154-97 0,-179 95 0,-80 46-116,180-93-1133,-179 99-5577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3.4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0 593 24575,'4'0'0,"2"5"0,4 0 0,13 1 0,16-11 0,26-20 0,17-20 0,10-15 0,-1-2 0,-3 2 0,-9 6 0,1-5 0,-6 8 0,3 8 0,5-2 0,-7 3 0,-8 8 0,-15 11-8191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4.6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1 201 24575,'0'4'0,"0"11"0,0 6 0,4 9 0,6-1 0,10-6 0,14-10 0,15-17 0,20-16 0,12-17 0,9-12 0,2-9 0,-1-5 0,-13 5 0,-18 12-8191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25.5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0 241 24575,'5'0'0,"0"4"0,5 6 0,0 5 0,-1 5 0,-3 4 0,7-4 0,10-8 0,13-11 0,6-15 0,3-8 0,12-14 0,14-9 0,11-6 0,10 1 0,2 1 0,-2 4 0,-17 10-8191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0.0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0 589 24575,'4'-4'0,"-1"-1"0,-1 0 0,1 0 0,-1-1 0,0 1 0,0 0 0,0-1 0,-1 1 0,1-1 0,-1-5 0,4-10 0,23-120 0,-22 99 0,2 0 0,17-53 0,-22 89 0,0 0 0,1 0 0,0 0 0,0 1 0,0 0 0,1-1 0,-1 1 0,1 1 0,0-1 0,1 1 0,-1 0 0,1 0 0,0 1 0,0-1 0,0 1 0,12-4 0,12-4 0,1 2 0,38-8 0,-58 15 0,121-22 0,1 5 0,141 0 0,279 19 0,-257 4 0,4986-3 0,-5274-2 0,-1 1 0,1 1 0,0-1 0,-1 1 0,1 1 0,0-1 0,-1 1 0,0 1 0,1-1 0,-1 1 0,9 5 0,-12-5 0,0 0 0,-1 1 0,0-1 0,1 0 0,-1 1 0,0 0 0,-1 0 0,1 0 0,-1 0 0,0 0 0,0 0 0,0 1 0,0-1 0,-1 1 0,1 0 0,-1-1 0,-1 1 0,1 0 0,0 7 0,-3 275 0,-2-140 0,3-43-1365,1-68-5461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2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1 471 24575,'1'-1'0,"0"0"0,0 1 0,0-1 0,0 0 0,0 1 0,0-1 0,0 0 0,0 1 0,1-1 0,-1 1 0,0 0 0,0-1 0,1 1 0,-1 0 0,0 0 0,0 0 0,1 0 0,-1 0 0,0 0 0,0 0 0,1 0 0,-1 1 0,1-1 0,33 19 0,-23-9 0,-1 1 0,19 21 0,-12-9 0,24 28 0,-39-48 0,0 0 0,-1-1 0,1 0 0,0 1 0,1-1 0,-1 0 0,0-1 0,0 1 0,1-1 0,-1 1 0,1-1 0,-1 0 0,1 0 0,6 0 0,-1-1 0,-1-1 0,1 0 0,-1 0 0,1-1 0,-1 0 0,0-1 0,0 0 0,0 0 0,13-8 0,71-48 0,-63 38 0,642-460-1365,-603 433-5461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3.2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1 225 24575,'-1'0'0,"1"0"0,0-1 0,0 1 0,0 0 0,0-1 0,0 1 0,0 0 0,0-1 0,0 1 0,1 0 0,-1-1 0,0 1 0,0 0 0,0-1 0,0 1 0,0 0 0,0-1 0,1 1 0,-1 0 0,0 0 0,0-1 0,0 1 0,1 0 0,-1 0 0,0-1 0,0 1 0,1 0 0,-1 0 0,0 0 0,1 0 0,-1-1 0,0 1 0,0 0 0,1 0 0,-1 0 0,0 0 0,1 0 0,-1 0 0,0 0 0,1 0 0,-1 0 0,0 0 0,1 0 0,-1 0 0,0 0 0,1 0 0,-1 0 0,0 0 0,1 0 0,-1 0 0,0 1 0,1-1 0,-1 0 0,0 0 0,0 0 0,1 0 0,-1 1 0,0-1 0,0 0 0,1 0 0,-1 1 0,17 16 0,-4 11 0,-3 1 0,14 52 0,-19-57 0,2 0 0,0-1 0,2 0 0,0-1 0,20 34 0,-27-53 0,0 0 0,0-1 0,1 1 0,-1-1 0,0 0 0,1 0 0,0 0 0,0 0 0,-1 0 0,1 0 0,0-1 0,0 1 0,1-1 0,-1 0 0,0 0 0,0 0 0,1 0 0,-1-1 0,0 1 0,1-1 0,-1 0 0,0 0 0,1 0 0,-1 0 0,1-1 0,3-1 0,9-2 0,0 0 0,-1-1 0,0-1 0,17-9 0,-26 11 0,70-37 0,107-77 0,-17 9 0,215-91-373,-307 164-619,-6 2-5834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4.2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25 361 24575,'-1'1'0,"0"-1"0,0 0 0,0 1 0,0-1 0,0 0 0,0 1 0,1-1 0,-1 1 0,0 0 0,0-1 0,1 1 0,-1-1 0,0 1 0,1 0 0,-1 0 0,0-1 0,1 1 0,-1 0 0,1 0 0,-1 0 0,1 0 0,0 0 0,-1 0 0,1-1 0,0 1 0,0 0 0,-1 2 0,-3 31 0,3-28 0,1-2 0,-1-1 0,1 1 0,0 0 0,0 0 0,0-1 0,0 1 0,1 0 0,0 0 0,-1-1 0,1 1 0,1 0 0,-1-1 0,0 1 0,1-1 0,0 0 0,0 1 0,3 3 0,-2-4 0,1 0 0,0 0 0,-1-1 0,1 1 0,1-1 0,-1 0 0,0 0 0,0-1 0,1 1 0,-1-1 0,1 0 0,-1 0 0,1 0 0,-1-1 0,7 1 0,18 0 0,0-1 0,0-1 0,58-11 0,89-30 0,-123 28 0,169-51-455,-3-9 0,383-188 0,-507 212-6371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4.9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0 259 24575,'1'1'0,"0"-1"0,0 1 0,0 0 0,0-1 0,0 1 0,0 0 0,0 0 0,0-1 0,-1 1 0,1 0 0,0 0 0,-1 0 0,1 0 0,0 0 0,-1 0 0,1 0 0,-1 0 0,0 0 0,1 0 0,-1 1 0,0-1 0,0 2 0,8 33 0,-6-28 0,6 40 0,-5-26 0,1-1 0,1 0 0,1 0 0,14 34 0,-18-52 0,0 0 0,0 0 0,0 0 0,0 0 0,1-1 0,-1 1 0,1-1 0,0 1 0,0-1 0,0 0 0,0 0 0,0 0 0,0-1 0,1 1 0,-1-1 0,0 0 0,1 0 0,-1 0 0,1 0 0,-1 0 0,1-1 0,0 0 0,-1 0 0,1 0 0,0 0 0,-1 0 0,1-1 0,-1 1 0,7-3 0,11-2 0,-1-2 0,0 0 0,34-17 0,-51 23 0,113-62 0,173-125 0,-124 76 0,1 3-1365,-115 74-5461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38.8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5 101 24575,'-2'59'0,"0"-38"0,1 1 0,1-1 0,1 1 0,1-1 0,0 1 0,2-1 0,1 0 0,7 22 0,-10-41 0,-1 1 0,1 0 0,0 0 0,-1-1 0,1 1 0,1-1 0,-1 0 0,0 1 0,0-1 0,1 0 0,0 0 0,-1 0 0,1-1 0,0 1 0,0-1 0,0 0 0,0 1 0,0-1 0,0 0 0,0-1 0,0 1 0,0-1 0,0 1 0,1-1 0,-1 0 0,0 0 0,0 0 0,5-1 0,6-2 0,1 1 0,-1-2 0,0 0 0,0-1 0,14-6 0,70-37 19,-2-4-1,100-73 0,-19 11-1438,-99 67-5406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0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 24575,'7'9'0,"0"0"0,0 0 0,-1 1 0,-1 0 0,0 0 0,0 1 0,-1 0 0,6 19 0,-8-20 0,1 0 0,0-1 0,1 0 0,0 0 0,0 0 0,1 0 0,0 0 0,1-1 0,-1 0 0,2 0 0,7 7 0,-11-12 0,0-1 0,1 0 0,-1 0 0,1 0 0,-1-1 0,1 1 0,0-1 0,-1 0 0,1 0 0,0 0 0,0-1 0,0 1 0,0-1 0,-1 0 0,1 0 0,0 0 0,0-1 0,0 1 0,0-1 0,0 0 0,7-3 0,6-3 0,-1 0 0,0-1 0,24-16 0,-29 18 0,266-174-1365,-227 151-5461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1.0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1 411 24575,'0'4'0,"0"6"0,4 6 0,10-1 0,16-11 0,16-14 0,12-15 0,15-16 0,7-14 0,16-6 0,-4 3 0,-13 7 0,-16 8 0,-15 6 0,-10 6 0,-8 4 0,-9 6-8191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1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1 445 24575,'0'8'0,"0"13"0,4 5 0,6 0 0,14-6 0,25-5 0,47-15 0,63-32 0,52-34 0,38-25 0,-6-12 0,-23-5 0,-35 16 0,-50 24-8191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2.9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0 135 24575,'0'5'0,"0"5"0,0 5 0,0 5 0,0 3 0,5 7 0,5-3 0,10-5 0,14-7 0,19-5 0,39-10 0,52-12 0,48-22 0,23-19 0,-5-7 0,-29 0 0,-40 7 0,-46 13-8191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4.0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1 119 24575,'4'8'0,"6"8"0,6 5 0,3 4 0,13-3 0,9-6 0,6-8 0,13-24 0,12-18 0,4-11 0,-7-3 0,-7-2 0,-14 8-8191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4.8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20 260 24575,'-2'3'0,"-1"1"0,1 0 0,0 0 0,0 0 0,0 0 0,1 0 0,-1 0 0,1 0 0,0 0 0,0 1 0,1-1 0,-1 0 0,1 1 0,0-1 0,0 0 0,1 7 0,1 7 0,1 0 0,8 26 0,-7-27 0,2 1 0,0 0 0,1-1 0,13 23 0,-18-36 0,1 0 0,-1 0 0,1-1 0,0 1 0,0-1 0,0 1 0,0-1 0,0 0 0,1 0 0,-1-1 0,1 1 0,0-1 0,0 0 0,0 0 0,0 0 0,0 0 0,0-1 0,1 1 0,-1-1 0,1 0 0,-1-1 0,0 1 0,1-1 0,7 0 0,8-3 0,1 0 0,-1-1 0,0-2 0,35-13 0,79-45 0,-88 41 0,188-96-59,383-179-1247,-515 255-5520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5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28 218 24575,'-5'9'0,"-1"15"0,1 17 0,0 6 0,2 3 0,1-2 0,1-5 0,5-10 0,23-11 0,25-26 0,29-29 0,35-32 0,29-21 0,19-13 0,0 0 0,-25 15 0,-35 20-8191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6.7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5 248 24575,'-4'9'0,"7"19"0,3 11 0,0 1 0,0 0 0,3-8 0,4-9 0,8-9 0,19-6 0,27-18 0,33-20 0,43-26 0,27-22 0,20-9 0,-11 0 0,-21 12 0,-39 17-8191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7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1 573 24575,'30'0'0,"41"-13"0,42-30 0,58-30 0,48-23 0,21-14 0,-9 9 0,-35 21 0,-50 24-8191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49.7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9 24575,'3'-8'0,"4"17"0,3 18 0,-2 51 0,-4 1 0,-7 89 0,0-33 0,3-51 0,1 93 0,-33 265 0,-2-199 0,-4 424 0,39-551 0,-16 127 0,-1-2 0,-3 23 0,11-207-1365,0-8-5461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7:35:51.4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461 0 24575,'21'0'0,"268"11"0,-255-7 0,-1 1 0,0 2 0,0 1 0,-1 2 0,0 1 0,43 22 0,-68-30 0,-1 0 0,-1 1 0,1 0 0,0 0 0,-1 1 0,0-1 0,0 1 0,0 0 0,-1 1 0,0-1 0,0 1 0,0 0 0,0 0 0,-1 0 0,0 0 0,3 9 0,-1 6 0,-1 0 0,0 0 0,-1 1 0,-1 21 0,6 663 0,-11-414 0,2-217 0,6 292 0,1-258 0,28 145 0,8-71 0,-22-102 0,-2 1 0,6 96 0,-17 556 0,-11-423 0,2-160 0,8 227 0,19-224 0,-4-31 0,3 9 0,-15-96 0,-2 1 0,-1 1 0,-2-1 0,-2 53 0,-2-87 0,-1 1 0,0-1 0,0 0 0,0 1 0,0-1 0,0 0 0,-1 0 0,0 0 0,1 0 0,-1 0 0,0 0 0,-1 0 0,1-1 0,0 1 0,-1-1 0,1 1 0,-1-1 0,0 0 0,0 0 0,0 0 0,0-1 0,0 1 0,0-1 0,0 0 0,-1 0 0,1 0 0,-4 1 0,-14 3 0,-1-1 0,1-1 0,-30 1 0,25-2 0,-725 11 0,501-16 0,142 3-1365,23-1-5461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luminpdf.com/pdf-editor/pdf-summariz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5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" Type="http://schemas.openxmlformats.org/officeDocument/2006/relationships/customXml" Target="../ink/ink10.xml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19.png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4.xml"/><Relationship Id="rId24" Type="http://schemas.openxmlformats.org/officeDocument/2006/relationships/image" Target="../media/image25.png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27.png"/><Relationship Id="rId10" Type="http://schemas.openxmlformats.org/officeDocument/2006/relationships/image" Target="../media/image18.png"/><Relationship Id="rId19" Type="http://schemas.openxmlformats.org/officeDocument/2006/relationships/customXml" Target="../ink/ink18.xml"/><Relationship Id="rId4" Type="http://schemas.openxmlformats.org/officeDocument/2006/relationships/image" Target="../media/image15.png"/><Relationship Id="rId9" Type="http://schemas.openxmlformats.org/officeDocument/2006/relationships/customXml" Target="../ink/ink13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hyperlink" Target="https://youtu.be/AXnMGzBQVuc?si=0EJ92Ob2v8SsHQwe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28.png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30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" Type="http://schemas.openxmlformats.org/officeDocument/2006/relationships/customXml" Target="../ink/ink25.xml"/><Relationship Id="rId21" Type="http://schemas.openxmlformats.org/officeDocument/2006/relationships/customXml" Target="../ink/ink34.xml"/><Relationship Id="rId7" Type="http://schemas.openxmlformats.org/officeDocument/2006/relationships/customXml" Target="../ink/ink27.xml"/><Relationship Id="rId12" Type="http://schemas.openxmlformats.org/officeDocument/2006/relationships/image" Target="../media/image35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2" Type="http://schemas.openxmlformats.org/officeDocument/2006/relationships/image" Target="../media/image30.pn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29.xml"/><Relationship Id="rId24" Type="http://schemas.openxmlformats.org/officeDocument/2006/relationships/image" Target="../media/image41.png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10" Type="http://schemas.openxmlformats.org/officeDocument/2006/relationships/image" Target="../media/image34.png"/><Relationship Id="rId19" Type="http://schemas.openxmlformats.org/officeDocument/2006/relationships/customXml" Target="../ink/ink33.xml"/><Relationship Id="rId4" Type="http://schemas.openxmlformats.org/officeDocument/2006/relationships/image" Target="../media/image31.png"/><Relationship Id="rId9" Type="http://schemas.openxmlformats.org/officeDocument/2006/relationships/customXml" Target="../ink/ink28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customXml" Target="../ink/ink38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44.xml"/><Relationship Id="rId18" Type="http://schemas.openxmlformats.org/officeDocument/2006/relationships/image" Target="../media/image54.png"/><Relationship Id="rId26" Type="http://schemas.openxmlformats.org/officeDocument/2006/relationships/image" Target="../media/image58.png"/><Relationship Id="rId39" Type="http://schemas.openxmlformats.org/officeDocument/2006/relationships/customXml" Target="../ink/ink57.xml"/><Relationship Id="rId3" Type="http://schemas.openxmlformats.org/officeDocument/2006/relationships/customXml" Target="../ink/ink39.xml"/><Relationship Id="rId21" Type="http://schemas.openxmlformats.org/officeDocument/2006/relationships/customXml" Target="../ink/ink48.xml"/><Relationship Id="rId34" Type="http://schemas.openxmlformats.org/officeDocument/2006/relationships/image" Target="../media/image62.png"/><Relationship Id="rId42" Type="http://schemas.openxmlformats.org/officeDocument/2006/relationships/image" Target="../media/image66.png"/><Relationship Id="rId47" Type="http://schemas.openxmlformats.org/officeDocument/2006/relationships/customXml" Target="../ink/ink61.xml"/><Relationship Id="rId7" Type="http://schemas.openxmlformats.org/officeDocument/2006/relationships/customXml" Target="../ink/ink41.xml"/><Relationship Id="rId12" Type="http://schemas.openxmlformats.org/officeDocument/2006/relationships/image" Target="../media/image51.png"/><Relationship Id="rId17" Type="http://schemas.openxmlformats.org/officeDocument/2006/relationships/customXml" Target="../ink/ink46.xml"/><Relationship Id="rId25" Type="http://schemas.openxmlformats.org/officeDocument/2006/relationships/customXml" Target="../ink/ink50.xml"/><Relationship Id="rId33" Type="http://schemas.openxmlformats.org/officeDocument/2006/relationships/customXml" Target="../ink/ink54.xml"/><Relationship Id="rId38" Type="http://schemas.openxmlformats.org/officeDocument/2006/relationships/image" Target="../media/image64.png"/><Relationship Id="rId46" Type="http://schemas.openxmlformats.org/officeDocument/2006/relationships/image" Target="../media/image68.png"/><Relationship Id="rId2" Type="http://schemas.openxmlformats.org/officeDocument/2006/relationships/image" Target="../media/image46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29" Type="http://schemas.openxmlformats.org/officeDocument/2006/relationships/customXml" Target="../ink/ink52.xml"/><Relationship Id="rId41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43.xml"/><Relationship Id="rId24" Type="http://schemas.openxmlformats.org/officeDocument/2006/relationships/image" Target="../media/image57.png"/><Relationship Id="rId32" Type="http://schemas.openxmlformats.org/officeDocument/2006/relationships/image" Target="../media/image61.png"/><Relationship Id="rId37" Type="http://schemas.openxmlformats.org/officeDocument/2006/relationships/customXml" Target="../ink/ink56.xml"/><Relationship Id="rId40" Type="http://schemas.openxmlformats.org/officeDocument/2006/relationships/image" Target="../media/image65.png"/><Relationship Id="rId45" Type="http://schemas.openxmlformats.org/officeDocument/2006/relationships/customXml" Target="../ink/ink60.xml"/><Relationship Id="rId5" Type="http://schemas.openxmlformats.org/officeDocument/2006/relationships/customXml" Target="../ink/ink40.xml"/><Relationship Id="rId15" Type="http://schemas.openxmlformats.org/officeDocument/2006/relationships/customXml" Target="../ink/ink45.xml"/><Relationship Id="rId23" Type="http://schemas.openxmlformats.org/officeDocument/2006/relationships/customXml" Target="../ink/ink49.xml"/><Relationship Id="rId28" Type="http://schemas.openxmlformats.org/officeDocument/2006/relationships/image" Target="../media/image59.png"/><Relationship Id="rId36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customXml" Target="../ink/ink47.xml"/><Relationship Id="rId31" Type="http://schemas.openxmlformats.org/officeDocument/2006/relationships/customXml" Target="../ink/ink53.xml"/><Relationship Id="rId44" Type="http://schemas.openxmlformats.org/officeDocument/2006/relationships/image" Target="../media/image67.png"/><Relationship Id="rId4" Type="http://schemas.openxmlformats.org/officeDocument/2006/relationships/image" Target="../media/image47.png"/><Relationship Id="rId9" Type="http://schemas.openxmlformats.org/officeDocument/2006/relationships/customXml" Target="../ink/ink42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Relationship Id="rId27" Type="http://schemas.openxmlformats.org/officeDocument/2006/relationships/customXml" Target="../ink/ink51.xml"/><Relationship Id="rId30" Type="http://schemas.openxmlformats.org/officeDocument/2006/relationships/image" Target="../media/image60.png"/><Relationship Id="rId35" Type="http://schemas.openxmlformats.org/officeDocument/2006/relationships/customXml" Target="../ink/ink55.xml"/><Relationship Id="rId43" Type="http://schemas.openxmlformats.org/officeDocument/2006/relationships/customXml" Target="../ink/ink59.xml"/><Relationship Id="rId48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FAB9-B8AF-83D9-F4F7-73E69CFA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88BC4C-63DB-BA50-05FF-04F77191CEAC}"/>
              </a:ext>
            </a:extLst>
          </p:cNvPr>
          <p:cNvSpPr txBox="1"/>
          <p:nvPr/>
        </p:nvSpPr>
        <p:spPr>
          <a:xfrm>
            <a:off x="238124" y="1244739"/>
            <a:ext cx="108809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given a Rx PDF data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rep1.pdf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rep2.pdf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a summary of the lab 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6E390-078D-360E-048B-1A582ED8F8FC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17856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AE82-0BF4-8A84-4874-4851BAE3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E397AC-C812-B310-CD14-60A6F13E833D}"/>
              </a:ext>
            </a:extLst>
          </p:cNvPr>
          <p:cNvSpPr txBox="1"/>
          <p:nvPr/>
        </p:nvSpPr>
        <p:spPr>
          <a:xfrm>
            <a:off x="238124" y="915555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PDF24 Creator, combine rep1.pdf + rep2.pdf -&gt; report-complete-Rx-name.pdf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36DB2-AA64-2921-31AC-17E2A50BC682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Text from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2959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C1E7-D047-BBF7-3383-12204E1E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E2368D-837D-7B27-BC76-30841E132F99}"/>
              </a:ext>
            </a:extLst>
          </p:cNvPr>
          <p:cNvSpPr txBox="1"/>
          <p:nvPr/>
        </p:nvSpPr>
        <p:spPr>
          <a:xfrm>
            <a:off x="238124" y="138315"/>
            <a:ext cx="11438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Login to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/>
              </a:rPr>
              <a:t>https://www.luminpdf.com/pdf-editor/pdf-summarizer/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drop the above PDF documents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70E8D-EB8B-3FE6-CB7C-21454032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60" y="1218426"/>
            <a:ext cx="10238640" cy="550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0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DC3D-55B4-C576-E9B7-0B35EA2D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A1F831-BF42-7D7A-71B2-14B8D5AF9F31}"/>
              </a:ext>
            </a:extLst>
          </p:cNvPr>
          <p:cNvSpPr txBox="1"/>
          <p:nvPr/>
        </p:nvSpPr>
        <p:spPr>
          <a:xfrm>
            <a:off x="238124" y="147459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You should see the summary of your PDF on the right-hand side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04CCD-1D1A-F143-CF1E-027BC2122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6" y="749808"/>
            <a:ext cx="11365241" cy="61081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BFAFA4-508B-9C89-BFF3-504076C0B9BC}"/>
                  </a:ext>
                </a:extLst>
              </p14:cNvPr>
              <p14:cNvContentPartPr/>
              <p14:nvPr/>
            </p14:nvContentPartPr>
            <p14:xfrm>
              <a:off x="8668584" y="2794176"/>
              <a:ext cx="231840" cy="155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BFAFA4-508B-9C89-BFF3-504076C0B9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2584" y="2758536"/>
                <a:ext cx="3034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C7BEA6-3B93-0D47-5FD0-5D5B95D36F29}"/>
                  </a:ext>
                </a:extLst>
              </p14:cNvPr>
              <p14:cNvContentPartPr/>
              <p14:nvPr/>
            </p14:nvContentPartPr>
            <p14:xfrm>
              <a:off x="8759664" y="3069936"/>
              <a:ext cx="150840" cy="13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C7BEA6-3B93-0D47-5FD0-5D5B95D36F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24024" y="3034296"/>
                <a:ext cx="2224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EFE942F-245B-7277-F43B-51BF4744EFD5}"/>
                  </a:ext>
                </a:extLst>
              </p14:cNvPr>
              <p14:cNvContentPartPr/>
              <p14:nvPr/>
            </p14:nvContentPartPr>
            <p14:xfrm>
              <a:off x="8549784" y="3771216"/>
              <a:ext cx="194040" cy="153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EFE942F-245B-7277-F43B-51BF4744EF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13784" y="3735576"/>
                <a:ext cx="2656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E5223AA-55B4-54BE-D46C-DFA11A3BBDA9}"/>
                  </a:ext>
                </a:extLst>
              </p14:cNvPr>
              <p14:cNvContentPartPr/>
              <p14:nvPr/>
            </p14:nvContentPartPr>
            <p14:xfrm>
              <a:off x="8732304" y="4215096"/>
              <a:ext cx="66600" cy="56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E5223AA-55B4-54BE-D46C-DFA11A3BBDA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96664" y="4179456"/>
                <a:ext cx="1382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7EF2D5-D81E-A6D8-F827-C8E6067CBEB0}"/>
                  </a:ext>
                </a:extLst>
              </p14:cNvPr>
              <p14:cNvContentPartPr/>
              <p14:nvPr/>
            </p14:nvContentPartPr>
            <p14:xfrm>
              <a:off x="8686584" y="4699296"/>
              <a:ext cx="346320" cy="20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7EF2D5-D81E-A6D8-F827-C8E6067CBE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50584" y="4663656"/>
                <a:ext cx="4179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1EF46A7-2F4E-37B6-736A-A10414850A4C}"/>
                  </a:ext>
                </a:extLst>
              </p14:cNvPr>
              <p14:cNvContentPartPr/>
              <p14:nvPr/>
            </p14:nvContentPartPr>
            <p14:xfrm>
              <a:off x="10266984" y="6581736"/>
              <a:ext cx="863280" cy="27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1EF46A7-2F4E-37B6-736A-A10414850A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31344" y="6546096"/>
                <a:ext cx="934920" cy="3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28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8045-62D6-1AA6-A76E-D222172C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F251EF-5D9E-6C98-FBA4-6B2DDB30E2B0}"/>
              </a:ext>
            </a:extLst>
          </p:cNvPr>
          <p:cNvSpPr txBox="1"/>
          <p:nvPr/>
        </p:nvSpPr>
        <p:spPr>
          <a:xfrm>
            <a:off x="238124" y="2214003"/>
            <a:ext cx="11438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MORE AI TOOLS</a:t>
            </a:r>
          </a:p>
        </p:txBody>
      </p:sp>
    </p:spTree>
    <p:extLst>
      <p:ext uri="{BB962C8B-B14F-4D97-AF65-F5344CB8AC3E}">
        <p14:creationId xmlns:p14="http://schemas.microsoft.com/office/powerpoint/2010/main" val="144479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1FFC-7B78-D514-C0BA-A7EC6F0F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567D0BD-1C11-84E5-B94A-F7951512F092}"/>
              </a:ext>
            </a:extLst>
          </p:cNvPr>
          <p:cNvSpPr txBox="1"/>
          <p:nvPr/>
        </p:nvSpPr>
        <p:spPr>
          <a:xfrm>
            <a:off x="238124" y="2214003"/>
            <a:ext cx="114387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endParaRPr lang="en-US" sz="6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6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64D7-522B-1579-5594-7AF685ED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FE9B90-CBF1-00AF-0FBF-25A308E40D0F}"/>
              </a:ext>
            </a:extLst>
          </p:cNvPr>
          <p:cNvSpPr txBox="1"/>
          <p:nvPr/>
        </p:nvSpPr>
        <p:spPr>
          <a:xfrm>
            <a:off x="238124" y="83451"/>
            <a:ext cx="11438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 with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PDF, video or any website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3436A-0666-9FF0-A313-40691B96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5" y="1115568"/>
            <a:ext cx="11887809" cy="57993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6F5805-BB93-FF87-8410-83959B05206F}"/>
                  </a:ext>
                </a:extLst>
              </p14:cNvPr>
              <p14:cNvContentPartPr/>
              <p14:nvPr/>
            </p14:nvContentPartPr>
            <p14:xfrm>
              <a:off x="8896824" y="3583008"/>
              <a:ext cx="470520" cy="27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6F5805-BB93-FF87-8410-83959B0520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1184" y="3547008"/>
                <a:ext cx="5421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B00916-3E77-8257-A4A7-22DA7341C28D}"/>
                  </a:ext>
                </a:extLst>
              </p14:cNvPr>
              <p14:cNvContentPartPr/>
              <p14:nvPr/>
            </p14:nvContentPartPr>
            <p14:xfrm>
              <a:off x="1508544" y="1144368"/>
              <a:ext cx="714960" cy="19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B00916-3E77-8257-A4A7-22DA7341C2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2904" y="1108728"/>
                <a:ext cx="786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9F44AA-A64E-9AFE-BA58-2FC3CD1B2250}"/>
                  </a:ext>
                </a:extLst>
              </p14:cNvPr>
              <p14:cNvContentPartPr/>
              <p14:nvPr/>
            </p14:nvContentPartPr>
            <p14:xfrm>
              <a:off x="8772264" y="3742128"/>
              <a:ext cx="106920" cy="153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9F44AA-A64E-9AFE-BA58-2FC3CD1B22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36264" y="3706488"/>
                <a:ext cx="178560" cy="2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614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9D1-15F0-D254-C865-4F275DB0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AA7808-96E5-71D3-E630-C18E270DC0A3}"/>
              </a:ext>
            </a:extLst>
          </p:cNvPr>
          <p:cNvSpPr txBox="1"/>
          <p:nvPr/>
        </p:nvSpPr>
        <p:spPr>
          <a:xfrm>
            <a:off x="238124" y="83451"/>
            <a:ext cx="11438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Upload the above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file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Now you can create flash cards, slides, ask specific questions, etc.</a:t>
            </a: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582FB-D32E-9AAC-6F51-C5B977914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1354661"/>
            <a:ext cx="10728960" cy="55033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EF64EE-C15E-6179-1DB7-68359897EF60}"/>
                  </a:ext>
                </a:extLst>
              </p14:cNvPr>
              <p14:cNvContentPartPr/>
              <p14:nvPr/>
            </p14:nvContentPartPr>
            <p14:xfrm>
              <a:off x="9829584" y="2258856"/>
              <a:ext cx="293760" cy="18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EF64EE-C15E-6179-1DB7-68359897EF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3944" y="2222856"/>
                <a:ext cx="365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7AFB3C-2B6B-1707-C02C-2EFF0FA9E761}"/>
                  </a:ext>
                </a:extLst>
              </p14:cNvPr>
              <p14:cNvContentPartPr/>
              <p14:nvPr/>
            </p14:nvContentPartPr>
            <p14:xfrm>
              <a:off x="8549784" y="4435776"/>
              <a:ext cx="304560" cy="59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7AFB3C-2B6B-1707-C02C-2EFF0FA9E7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13784" y="4399776"/>
                <a:ext cx="3762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155DC7-0E74-D879-F6C1-EC6DC7592C31}"/>
                  </a:ext>
                </a:extLst>
              </p14:cNvPr>
              <p14:cNvContentPartPr/>
              <p14:nvPr/>
            </p14:nvContentPartPr>
            <p14:xfrm>
              <a:off x="7635024" y="6179976"/>
              <a:ext cx="483840" cy="260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155DC7-0E74-D879-F6C1-EC6DC7592C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99384" y="6144336"/>
                <a:ext cx="555480" cy="3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A731BB4-BADE-A39A-9B8F-5F29D07C4268}"/>
              </a:ext>
            </a:extLst>
          </p:cNvPr>
          <p:cNvGrpSpPr/>
          <p:nvPr/>
        </p:nvGrpSpPr>
        <p:grpSpPr>
          <a:xfrm>
            <a:off x="4566744" y="1658736"/>
            <a:ext cx="4122360" cy="489240"/>
            <a:chOff x="4566744" y="1658736"/>
            <a:chExt cx="412236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6E1693-420D-3399-D40C-90C36742E7DA}"/>
                    </a:ext>
                  </a:extLst>
                </p14:cNvPr>
                <p14:cNvContentPartPr/>
                <p14:nvPr/>
              </p14:nvContentPartPr>
              <p14:xfrm>
                <a:off x="4566744" y="1793736"/>
                <a:ext cx="1736280" cy="354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6E1693-420D-3399-D40C-90C36742E7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48744" y="1775736"/>
                  <a:ext cx="17719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32D17C-7B34-7B61-6CC8-988B5F9E48EF}"/>
                    </a:ext>
                  </a:extLst>
                </p14:cNvPr>
                <p14:cNvContentPartPr/>
                <p14:nvPr/>
              </p14:nvContentPartPr>
              <p14:xfrm>
                <a:off x="6542784" y="1713816"/>
                <a:ext cx="222120" cy="21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32D17C-7B34-7B61-6CC8-988B5F9E48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24784" y="1695816"/>
                  <a:ext cx="257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CA9362-A3C9-BE38-810B-0814737B43B0}"/>
                    </a:ext>
                  </a:extLst>
                </p14:cNvPr>
                <p14:cNvContentPartPr/>
                <p14:nvPr/>
              </p14:nvContentPartPr>
              <p14:xfrm>
                <a:off x="6824304" y="1812096"/>
                <a:ext cx="181440" cy="109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CA9362-A3C9-BE38-810B-0814737B43B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06664" y="1794456"/>
                  <a:ext cx="217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9BA530-42EF-C57A-9397-2943D21162C3}"/>
                    </a:ext>
                  </a:extLst>
                </p14:cNvPr>
                <p14:cNvContentPartPr/>
                <p14:nvPr/>
              </p14:nvContentPartPr>
              <p14:xfrm>
                <a:off x="6981984" y="1680336"/>
                <a:ext cx="663840" cy="24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9BA530-42EF-C57A-9397-2943D21162C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3984" y="1662696"/>
                  <a:ext cx="699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8B78BC-0217-6DFC-DC41-AE69610AC394}"/>
                    </a:ext>
                  </a:extLst>
                </p14:cNvPr>
                <p14:cNvContentPartPr/>
                <p14:nvPr/>
              </p14:nvContentPartPr>
              <p14:xfrm>
                <a:off x="7263864" y="1760256"/>
                <a:ext cx="183240" cy="3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8B78BC-0217-6DFC-DC41-AE69610AC39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46224" y="1742256"/>
                  <a:ext cx="218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D552A5-7031-E9AE-E639-1B32A87A5F89}"/>
                    </a:ext>
                  </a:extLst>
                </p14:cNvPr>
                <p14:cNvContentPartPr/>
                <p14:nvPr/>
              </p14:nvContentPartPr>
              <p14:xfrm>
                <a:off x="7766424" y="1732896"/>
                <a:ext cx="252360" cy="167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D552A5-7031-E9AE-E639-1B32A87A5F8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48784" y="1715256"/>
                  <a:ext cx="288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1791E1-E4E4-8633-7800-034C428D6FCC}"/>
                    </a:ext>
                  </a:extLst>
                </p14:cNvPr>
                <p14:cNvContentPartPr/>
                <p14:nvPr/>
              </p14:nvContentPartPr>
              <p14:xfrm>
                <a:off x="7993584" y="1658736"/>
                <a:ext cx="273240" cy="258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1791E1-E4E4-8633-7800-034C428D6F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75944" y="1641096"/>
                  <a:ext cx="308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AD4977-9DF3-12D1-E36E-F16C4D5B1D58}"/>
                    </a:ext>
                  </a:extLst>
                </p14:cNvPr>
                <p14:cNvContentPartPr/>
                <p14:nvPr/>
              </p14:nvContentPartPr>
              <p14:xfrm>
                <a:off x="8293104" y="1681056"/>
                <a:ext cx="396000" cy="218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AD4977-9DF3-12D1-E36E-F16C4D5B1D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75464" y="1663416"/>
                  <a:ext cx="431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E7AD55-38C4-D15C-3255-EB86DC2E3EE9}"/>
                    </a:ext>
                  </a:extLst>
                </p14:cNvPr>
                <p14:cNvContentPartPr/>
                <p14:nvPr/>
              </p14:nvContentPartPr>
              <p14:xfrm>
                <a:off x="8519184" y="1757376"/>
                <a:ext cx="96120" cy="2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E7AD55-38C4-D15C-3255-EB86DC2E3EE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01184" y="1739736"/>
                  <a:ext cx="131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90047B-35E4-3FBF-EB4F-A6097B2964E4}"/>
                    </a:ext>
                  </a:extLst>
                </p14:cNvPr>
                <p14:cNvContentPartPr/>
                <p14:nvPr/>
              </p14:nvContentPartPr>
              <p14:xfrm>
                <a:off x="6321744" y="1974456"/>
                <a:ext cx="278640" cy="108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90047B-35E4-3FBF-EB4F-A6097B2964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04104" y="1956456"/>
                  <a:ext cx="314280" cy="14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848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2D27-47BB-687B-D39F-C21788F3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8F4FF9-B3CF-F2E3-B03B-D69B6EAAF237}"/>
              </a:ext>
            </a:extLst>
          </p:cNvPr>
          <p:cNvSpPr txBox="1"/>
          <p:nvPr/>
        </p:nvSpPr>
        <p:spPr>
          <a:xfrm>
            <a:off x="238124" y="83451"/>
            <a:ext cx="117679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and paste the video link on API: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/>
              </a:rPr>
              <a:t>https://youtu.be/AXnMGzBQVuc?si=0EJ92Ob2v8SsHQwe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0CEB-65A0-FE1C-7A49-68C3A1DF2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49" y="1551230"/>
            <a:ext cx="10706955" cy="5223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F44898-929C-E249-790D-DACDBC06B0DF}"/>
                  </a:ext>
                </a:extLst>
              </p14:cNvPr>
              <p14:cNvContentPartPr/>
              <p14:nvPr/>
            </p14:nvContentPartPr>
            <p14:xfrm>
              <a:off x="6755544" y="4261176"/>
              <a:ext cx="2544480" cy="99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F44898-929C-E249-790D-DACDBC06B0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9544" y="4225536"/>
                <a:ext cx="2616120" cy="10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02E386-FAE3-EC61-4856-907731907B8A}"/>
                  </a:ext>
                </a:extLst>
              </p14:cNvPr>
              <p14:cNvContentPartPr/>
              <p14:nvPr/>
            </p14:nvContentPartPr>
            <p14:xfrm>
              <a:off x="8476344" y="914256"/>
              <a:ext cx="1657800" cy="3480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02E386-FAE3-EC61-4856-907731907B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0704" y="878616"/>
                <a:ext cx="1729440" cy="35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60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2117-0DC2-EC3E-9383-E934B8E8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32BB19-7DAF-36C3-16AF-A32AC2DFFB67}"/>
              </a:ext>
            </a:extLst>
          </p:cNvPr>
          <p:cNvSpPr txBox="1"/>
          <p:nvPr/>
        </p:nvSpPr>
        <p:spPr>
          <a:xfrm>
            <a:off x="238124" y="83451"/>
            <a:ext cx="11767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…continued. Now ask any questions,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endParaRPr lang="en-US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55545-476F-4455-492A-65A1022F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55" y="996696"/>
            <a:ext cx="9962239" cy="586130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0375250-C53A-A04A-D001-E6066D5C72CD}"/>
              </a:ext>
            </a:extLst>
          </p:cNvPr>
          <p:cNvGrpSpPr/>
          <p:nvPr/>
        </p:nvGrpSpPr>
        <p:grpSpPr>
          <a:xfrm>
            <a:off x="7644024" y="2111256"/>
            <a:ext cx="676800" cy="575280"/>
            <a:chOff x="7644024" y="2111256"/>
            <a:chExt cx="67680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46F2D9-2DD1-CE09-0CD6-F05D181DCA06}"/>
                    </a:ext>
                  </a:extLst>
                </p14:cNvPr>
                <p14:cNvContentPartPr/>
                <p14:nvPr/>
              </p14:nvContentPartPr>
              <p14:xfrm>
                <a:off x="7644024" y="2111256"/>
                <a:ext cx="649800" cy="349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546F2D9-2DD1-CE09-0CD6-F05D181DCA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08384" y="2075256"/>
                  <a:ext cx="7214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66B9D7-D42D-5E8C-3F4B-B3AFA0FC6A3B}"/>
                    </a:ext>
                  </a:extLst>
                </p14:cNvPr>
                <p14:cNvContentPartPr/>
                <p14:nvPr/>
              </p14:nvContentPartPr>
              <p14:xfrm>
                <a:off x="7872984" y="2447136"/>
                <a:ext cx="447840" cy="239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66B9D7-D42D-5E8C-3F4B-B3AFA0FC6A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36984" y="2411136"/>
                  <a:ext cx="519480" cy="31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3791C9-882A-FAAD-AA15-9839F80456DB}"/>
                  </a:ext>
                </a:extLst>
              </p14:cNvPr>
              <p14:cNvContentPartPr/>
              <p14:nvPr/>
            </p14:nvContentPartPr>
            <p14:xfrm>
              <a:off x="9719784" y="2786256"/>
              <a:ext cx="336960" cy="24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3791C9-882A-FAAD-AA15-9839F80456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84144" y="2750256"/>
                <a:ext cx="4086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B6C37D-62F8-2636-830B-0D171769C0FE}"/>
                  </a:ext>
                </a:extLst>
              </p14:cNvPr>
              <p14:cNvContentPartPr/>
              <p14:nvPr/>
            </p14:nvContentPartPr>
            <p14:xfrm>
              <a:off x="6912864" y="6113736"/>
              <a:ext cx="651240" cy="250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B6C37D-62F8-2636-830B-0D171769C0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76864" y="6078096"/>
                <a:ext cx="72288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51B2F40-C858-6AB8-DB76-F0F3FE748361}"/>
              </a:ext>
            </a:extLst>
          </p:cNvPr>
          <p:cNvGrpSpPr/>
          <p:nvPr/>
        </p:nvGrpSpPr>
        <p:grpSpPr>
          <a:xfrm>
            <a:off x="4556664" y="1017936"/>
            <a:ext cx="4606560" cy="305640"/>
            <a:chOff x="4556664" y="1017936"/>
            <a:chExt cx="460656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867D87-1870-CC40-7EF3-63D2A7525FB9}"/>
                    </a:ext>
                  </a:extLst>
                </p14:cNvPr>
                <p14:cNvContentPartPr/>
                <p14:nvPr/>
              </p14:nvContentPartPr>
              <p14:xfrm>
                <a:off x="4556664" y="1117296"/>
                <a:ext cx="99648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867D87-1870-CC40-7EF3-63D2A7525F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39024" y="1099656"/>
                  <a:ext cx="1032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CA7C26-C447-2B2B-6C59-48ADE4007961}"/>
                    </a:ext>
                  </a:extLst>
                </p14:cNvPr>
                <p14:cNvContentPartPr/>
                <p14:nvPr/>
              </p14:nvContentPartPr>
              <p14:xfrm>
                <a:off x="5542704" y="1105056"/>
                <a:ext cx="629280" cy="151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CA7C26-C447-2B2B-6C59-48ADE400796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25064" y="1087056"/>
                  <a:ext cx="664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A07C24-F095-52A3-D23F-0836CCA6079A}"/>
                    </a:ext>
                  </a:extLst>
                </p14:cNvPr>
                <p14:cNvContentPartPr/>
                <p14:nvPr/>
              </p14:nvContentPartPr>
              <p14:xfrm>
                <a:off x="6316344" y="1071936"/>
                <a:ext cx="296280" cy="20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A07C24-F095-52A3-D23F-0836CCA607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98704" y="1054296"/>
                  <a:ext cx="331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273B8D8-71EB-2394-B281-0282A3CE3B1F}"/>
                    </a:ext>
                  </a:extLst>
                </p14:cNvPr>
                <p14:cNvContentPartPr/>
                <p14:nvPr/>
              </p14:nvContentPartPr>
              <p14:xfrm>
                <a:off x="6729984" y="1039176"/>
                <a:ext cx="1130760" cy="28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273B8D8-71EB-2394-B281-0282A3CE3B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12344" y="1021536"/>
                  <a:ext cx="11664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B5CB4C-B881-47D2-9C9B-55B9897E2CC9}"/>
                    </a:ext>
                  </a:extLst>
                </p14:cNvPr>
                <p14:cNvContentPartPr/>
                <p14:nvPr/>
              </p14:nvContentPartPr>
              <p14:xfrm>
                <a:off x="7361784" y="1150416"/>
                <a:ext cx="255240" cy="36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B5CB4C-B881-47D2-9C9B-55B9897E2C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44144" y="1132416"/>
                  <a:ext cx="290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824A1D-2A23-8CCC-982B-734DE83CA70C}"/>
                    </a:ext>
                  </a:extLst>
                </p14:cNvPr>
                <p14:cNvContentPartPr/>
                <p14:nvPr/>
              </p14:nvContentPartPr>
              <p14:xfrm>
                <a:off x="8015544" y="1017936"/>
                <a:ext cx="604080" cy="254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824A1D-2A23-8CCC-982B-734DE83CA7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97544" y="999936"/>
                  <a:ext cx="639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E92E610-3CBE-5188-8514-80F5F21740E4}"/>
                    </a:ext>
                  </a:extLst>
                </p14:cNvPr>
                <p14:cNvContentPartPr/>
                <p14:nvPr/>
              </p14:nvContentPartPr>
              <p14:xfrm>
                <a:off x="8676144" y="1054296"/>
                <a:ext cx="487080" cy="217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E92E610-3CBE-5188-8514-80F5F21740E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58144" y="1036296"/>
                  <a:ext cx="522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DAC08-1C2A-F55C-5D38-0EBB79E9ECBB}"/>
                    </a:ext>
                  </a:extLst>
                </p14:cNvPr>
                <p14:cNvContentPartPr/>
                <p14:nvPr/>
              </p14:nvContentPartPr>
              <p14:xfrm>
                <a:off x="8965584" y="1160856"/>
                <a:ext cx="130680" cy="2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DAC08-1C2A-F55C-5D38-0EBB79E9EC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47584" y="1143216"/>
                  <a:ext cx="166320" cy="5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3169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62DD-00B1-98CF-4A2B-3E42C5A6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79D300-2D0F-B931-201F-EF6BE629E93B}"/>
              </a:ext>
            </a:extLst>
          </p:cNvPr>
          <p:cNvSpPr txBox="1"/>
          <p:nvPr/>
        </p:nvSpPr>
        <p:spPr>
          <a:xfrm>
            <a:off x="238124" y="83451"/>
            <a:ext cx="117679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and paste the website link https://en.wikipedia.org/wiki/API </a:t>
            </a:r>
          </a:p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76C1C-C30A-883B-4640-034551F9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9" y="1551230"/>
            <a:ext cx="10706955" cy="5223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0DCB84-A7F4-15FA-3D1D-2078708A9F53}"/>
                  </a:ext>
                </a:extLst>
              </p14:cNvPr>
              <p14:cNvContentPartPr/>
              <p14:nvPr/>
            </p14:nvContentPartPr>
            <p14:xfrm>
              <a:off x="6755544" y="4261176"/>
              <a:ext cx="2544480" cy="99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0DCB84-A7F4-15FA-3D1D-2078708A9F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9544" y="4225176"/>
                <a:ext cx="2616120" cy="10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C11A1D-4ECA-F88D-B6D8-E4352B9D4564}"/>
                  </a:ext>
                </a:extLst>
              </p14:cNvPr>
              <p14:cNvContentPartPr/>
              <p14:nvPr/>
            </p14:nvContentPartPr>
            <p14:xfrm>
              <a:off x="8476344" y="914256"/>
              <a:ext cx="1657800" cy="3480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C11A1D-4ECA-F88D-B6D8-E4352B9D45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40336" y="878256"/>
                <a:ext cx="1729456" cy="35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172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27D9-BC34-13F8-E20B-F4AFF331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96D9B7-9D12-DDEA-132A-96B1378F1F1A}"/>
              </a:ext>
            </a:extLst>
          </p:cNvPr>
          <p:cNvSpPr txBox="1"/>
          <p:nvPr/>
        </p:nvSpPr>
        <p:spPr>
          <a:xfrm>
            <a:off x="238124" y="83451"/>
            <a:ext cx="11767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BC9DE-0702-AA80-611C-EB399BA5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" y="1042801"/>
            <a:ext cx="10756392" cy="590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76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B03A-C6FA-07C4-636C-90F8ED69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DA0C22-58AB-3FAE-69DD-C060DE17CDEE}"/>
              </a:ext>
            </a:extLst>
          </p:cNvPr>
          <p:cNvSpPr txBox="1"/>
          <p:nvPr/>
        </p:nvSpPr>
        <p:spPr>
          <a:xfrm>
            <a:off x="238124" y="2149995"/>
            <a:ext cx="11767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NoteGPT</a:t>
            </a:r>
            <a:endParaRPr lang="en-US" sz="32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4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BA85-6DDE-7DDB-DC6F-E333D2C5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09222A-BC58-7227-3C58-C349031CDDF2}"/>
              </a:ext>
            </a:extLst>
          </p:cNvPr>
          <p:cNvSpPr txBox="1"/>
          <p:nvPr/>
        </p:nvSpPr>
        <p:spPr>
          <a:xfrm>
            <a:off x="238124" y="120027"/>
            <a:ext cx="11767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NoteGPT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 around with this one</a:t>
            </a:r>
            <a:endParaRPr lang="en-US" sz="20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BD3BD6-D777-5869-0BA1-6744481A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6" y="728835"/>
            <a:ext cx="11277600" cy="60091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043881-6A05-4273-97B4-1988F92802FC}"/>
                  </a:ext>
                </a:extLst>
              </p14:cNvPr>
              <p14:cNvContentPartPr/>
              <p14:nvPr/>
            </p14:nvContentPartPr>
            <p14:xfrm>
              <a:off x="4187664" y="2540376"/>
              <a:ext cx="119160" cy="12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043881-6A05-4273-97B4-1988F92802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9024" y="2531376"/>
                <a:ext cx="13680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4523327-B02B-5902-3E65-735612D771B0}"/>
              </a:ext>
            </a:extLst>
          </p:cNvPr>
          <p:cNvGrpSpPr/>
          <p:nvPr/>
        </p:nvGrpSpPr>
        <p:grpSpPr>
          <a:xfrm>
            <a:off x="4800384" y="2365416"/>
            <a:ext cx="1152000" cy="345600"/>
            <a:chOff x="4800384" y="2365416"/>
            <a:chExt cx="115200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DE2825-1E0C-FE82-DC33-381F71A481BC}"/>
                    </a:ext>
                  </a:extLst>
                </p14:cNvPr>
                <p14:cNvContentPartPr/>
                <p14:nvPr/>
              </p14:nvContentPartPr>
              <p14:xfrm>
                <a:off x="4800384" y="2365416"/>
                <a:ext cx="508680" cy="34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DE2825-1E0C-FE82-DC33-381F71A481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91744" y="2356416"/>
                  <a:ext cx="526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EBFD06-C2F5-C4E7-1BE1-B32A44CB9A69}"/>
                    </a:ext>
                  </a:extLst>
                </p14:cNvPr>
                <p14:cNvContentPartPr/>
                <p14:nvPr/>
              </p14:nvContentPartPr>
              <p14:xfrm>
                <a:off x="5566464" y="2459016"/>
                <a:ext cx="385920" cy="184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EBFD06-C2F5-C4E7-1BE1-B32A44CB9A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7464" y="2450016"/>
                  <a:ext cx="40356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3A4EA2-3F4E-82E0-7B21-F6A2FE829BDC}"/>
                  </a:ext>
                </a:extLst>
              </p14:cNvPr>
              <p14:cNvContentPartPr/>
              <p14:nvPr/>
            </p14:nvContentPartPr>
            <p14:xfrm>
              <a:off x="6656904" y="2456496"/>
              <a:ext cx="391320" cy="219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3A4EA2-3F4E-82E0-7B21-F6A2FE829B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47904" y="2447856"/>
                <a:ext cx="4089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21465D-8026-2BE8-45E4-9F8BE864C8F4}"/>
                  </a:ext>
                </a:extLst>
              </p14:cNvPr>
              <p14:cNvContentPartPr/>
              <p14:nvPr/>
            </p14:nvContentPartPr>
            <p14:xfrm>
              <a:off x="7662384" y="2570256"/>
              <a:ext cx="244440" cy="120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21465D-8026-2BE8-45E4-9F8BE864C8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53744" y="2561616"/>
                <a:ext cx="262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F3A5E8-2382-F02F-04CD-DBF0959A7376}"/>
                  </a:ext>
                </a:extLst>
              </p14:cNvPr>
              <p14:cNvContentPartPr/>
              <p14:nvPr/>
            </p14:nvContentPartPr>
            <p14:xfrm>
              <a:off x="8357544" y="2546856"/>
              <a:ext cx="276480" cy="124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F3A5E8-2382-F02F-04CD-DBF0959A737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48544" y="2537856"/>
                <a:ext cx="2941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754420-7F93-5B2A-CD74-70141AC11694}"/>
                  </a:ext>
                </a:extLst>
              </p14:cNvPr>
              <p14:cNvContentPartPr/>
              <p14:nvPr/>
            </p14:nvContentPartPr>
            <p14:xfrm>
              <a:off x="5980104" y="3125376"/>
              <a:ext cx="2572200" cy="248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754420-7F93-5B2A-CD74-70141AC116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71104" y="3116736"/>
                <a:ext cx="25898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E18373-CAC4-0F9A-FD0D-E098AC5F661F}"/>
                  </a:ext>
                </a:extLst>
              </p14:cNvPr>
              <p14:cNvContentPartPr/>
              <p14:nvPr/>
            </p14:nvContentPartPr>
            <p14:xfrm>
              <a:off x="4333824" y="4576176"/>
              <a:ext cx="428040" cy="229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E18373-CAC4-0F9A-FD0D-E098AC5F66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25184" y="4567536"/>
                <a:ext cx="4456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AC6DA0-FBCE-BA2D-AF42-3E4C6AB2DEA6}"/>
                  </a:ext>
                </a:extLst>
              </p14:cNvPr>
              <p14:cNvContentPartPr/>
              <p14:nvPr/>
            </p14:nvContentPartPr>
            <p14:xfrm>
              <a:off x="6126264" y="4655376"/>
              <a:ext cx="459720" cy="208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AC6DA0-FBCE-BA2D-AF42-3E4C6AB2DE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17264" y="4646736"/>
                <a:ext cx="4773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FB08A75-3DAB-2F65-A797-C37B5A278123}"/>
              </a:ext>
            </a:extLst>
          </p:cNvPr>
          <p:cNvGrpSpPr/>
          <p:nvPr/>
        </p:nvGrpSpPr>
        <p:grpSpPr>
          <a:xfrm>
            <a:off x="8119944" y="4634136"/>
            <a:ext cx="1585080" cy="288000"/>
            <a:chOff x="8119944" y="4634136"/>
            <a:chExt cx="158508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BFFE0C-2186-A011-2828-B298A2C2CB19}"/>
                    </a:ext>
                  </a:extLst>
                </p14:cNvPr>
                <p14:cNvContentPartPr/>
                <p14:nvPr/>
              </p14:nvContentPartPr>
              <p14:xfrm>
                <a:off x="8119944" y="4734576"/>
                <a:ext cx="588240" cy="18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BFFE0C-2186-A011-2828-B298A2C2CB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11304" y="4725576"/>
                  <a:ext cx="605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C029C5-98DD-E21D-5146-0A209C01DA35}"/>
                    </a:ext>
                  </a:extLst>
                </p14:cNvPr>
                <p14:cNvContentPartPr/>
                <p14:nvPr/>
              </p14:nvContentPartPr>
              <p14:xfrm>
                <a:off x="9317664" y="4634136"/>
                <a:ext cx="387360" cy="200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C029C5-98DD-E21D-5146-0A209C01DA3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08664" y="4625496"/>
                  <a:ext cx="40500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521A63-4F32-4E01-DD92-351F50C99FC9}"/>
                  </a:ext>
                </a:extLst>
              </p14:cNvPr>
              <p14:cNvContentPartPr/>
              <p14:nvPr/>
            </p14:nvContentPartPr>
            <p14:xfrm>
              <a:off x="1735704" y="1820016"/>
              <a:ext cx="306720" cy="150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521A63-4F32-4E01-DD92-351F50C99FC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26704" y="1811016"/>
                <a:ext cx="3243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ED5B63-DD26-87C8-39C3-FFB651E31CC5}"/>
                  </a:ext>
                </a:extLst>
              </p14:cNvPr>
              <p14:cNvContentPartPr/>
              <p14:nvPr/>
            </p14:nvContentPartPr>
            <p14:xfrm>
              <a:off x="1655064" y="2120976"/>
              <a:ext cx="228600" cy="96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ED5B63-DD26-87C8-39C3-FFB651E31C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46064" y="2111976"/>
                <a:ext cx="2462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29BDF7-FBF7-23B6-0851-F4C4CC98C6C9}"/>
                  </a:ext>
                </a:extLst>
              </p14:cNvPr>
              <p14:cNvContentPartPr/>
              <p14:nvPr/>
            </p14:nvContentPartPr>
            <p14:xfrm>
              <a:off x="1554264" y="2321136"/>
              <a:ext cx="278640" cy="165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29BDF7-FBF7-23B6-0851-F4C4CC98C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45624" y="2312136"/>
                <a:ext cx="2962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E475F7-D6C7-1645-3F94-5CCEE6A85876}"/>
                  </a:ext>
                </a:extLst>
              </p14:cNvPr>
              <p14:cNvContentPartPr/>
              <p14:nvPr/>
            </p14:nvContentPartPr>
            <p14:xfrm>
              <a:off x="1718784" y="2610576"/>
              <a:ext cx="570960" cy="202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E475F7-D6C7-1645-3F94-5CCEE6A8587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10144" y="2601936"/>
                <a:ext cx="588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F7A4201-1358-18BB-BD26-7F6D6DE8EFB7}"/>
                  </a:ext>
                </a:extLst>
              </p14:cNvPr>
              <p14:cNvContentPartPr/>
              <p14:nvPr/>
            </p14:nvContentPartPr>
            <p14:xfrm>
              <a:off x="1801224" y="2968776"/>
              <a:ext cx="501480" cy="112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F7A4201-1358-18BB-BD26-7F6D6DE8EFB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792224" y="2959776"/>
                <a:ext cx="5191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3F2CFE-5EDF-E113-3134-441DA66FDBBC}"/>
                  </a:ext>
                </a:extLst>
              </p14:cNvPr>
              <p14:cNvContentPartPr/>
              <p14:nvPr/>
            </p14:nvContentPartPr>
            <p14:xfrm>
              <a:off x="1737144" y="3194136"/>
              <a:ext cx="200880" cy="84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3F2CFE-5EDF-E113-3134-441DA66FDB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28504" y="3185136"/>
                <a:ext cx="21852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16F8290-375C-EDF6-7F4D-697252F31AD3}"/>
              </a:ext>
            </a:extLst>
          </p:cNvPr>
          <p:cNvGrpSpPr/>
          <p:nvPr/>
        </p:nvGrpSpPr>
        <p:grpSpPr>
          <a:xfrm>
            <a:off x="1611144" y="3463416"/>
            <a:ext cx="748440" cy="2865600"/>
            <a:chOff x="1611144" y="3463416"/>
            <a:chExt cx="748440" cy="28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8A1D11-FFF4-97BE-1C63-9142E1EE7A83}"/>
                    </a:ext>
                  </a:extLst>
                </p14:cNvPr>
                <p14:cNvContentPartPr/>
                <p14:nvPr/>
              </p14:nvContentPartPr>
              <p14:xfrm>
                <a:off x="1611144" y="3463416"/>
                <a:ext cx="514440" cy="209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8A1D11-FFF4-97BE-1C63-9142E1EE7A8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02144" y="3454416"/>
                  <a:ext cx="532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76BF80-0658-2F5E-2515-3D02FC57B9E2}"/>
                    </a:ext>
                  </a:extLst>
                </p14:cNvPr>
                <p14:cNvContentPartPr/>
                <p14:nvPr/>
              </p14:nvContentPartPr>
              <p14:xfrm>
                <a:off x="1718424" y="3771216"/>
                <a:ext cx="358920" cy="192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76BF80-0658-2F5E-2515-3D02FC57B9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09784" y="3762576"/>
                  <a:ext cx="3765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387F36-93D8-0E81-AD79-F1AA59B74EF5}"/>
                    </a:ext>
                  </a:extLst>
                </p14:cNvPr>
                <p14:cNvContentPartPr/>
                <p14:nvPr/>
              </p14:nvContentPartPr>
              <p14:xfrm>
                <a:off x="1698984" y="4034736"/>
                <a:ext cx="443520" cy="173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387F36-93D8-0E81-AD79-F1AA59B74EF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90344" y="4025736"/>
                  <a:ext cx="461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1CFFC6-6F2B-BF1A-43CF-2AB3C430E459}"/>
                    </a:ext>
                  </a:extLst>
                </p14:cNvPr>
                <p14:cNvContentPartPr/>
                <p14:nvPr/>
              </p14:nvContentPartPr>
              <p14:xfrm>
                <a:off x="1819224" y="4256136"/>
                <a:ext cx="510480" cy="20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1CFFC6-6F2B-BF1A-43CF-2AB3C430E45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10584" y="4247496"/>
                  <a:ext cx="528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3EF75B-33A2-DF59-CE55-A626C2DA07E5}"/>
                    </a:ext>
                  </a:extLst>
                </p14:cNvPr>
                <p14:cNvContentPartPr/>
                <p14:nvPr/>
              </p14:nvContentPartPr>
              <p14:xfrm>
                <a:off x="1905264" y="4651056"/>
                <a:ext cx="63000" cy="1108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3EF75B-33A2-DF59-CE55-A626C2DA07E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96624" y="4642416"/>
                  <a:ext cx="80640" cy="11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B69998-D09F-B30F-2688-EC1DEFB009BF}"/>
                    </a:ext>
                  </a:extLst>
                </p14:cNvPr>
                <p14:cNvContentPartPr/>
                <p14:nvPr/>
              </p14:nvContentPartPr>
              <p14:xfrm>
                <a:off x="1854864" y="4544496"/>
                <a:ext cx="504720" cy="178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B69998-D09F-B30F-2688-EC1DEFB009B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46224" y="4535496"/>
                  <a:ext cx="522360" cy="180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3204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702B-A4B5-A50A-CFED-615AFD4B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FE3E55-E468-2E46-9F91-14ADF9667E98}"/>
              </a:ext>
            </a:extLst>
          </p:cNvPr>
          <p:cNvSpPr txBox="1"/>
          <p:nvPr/>
        </p:nvSpPr>
        <p:spPr>
          <a:xfrm>
            <a:off x="238124" y="165747"/>
            <a:ext cx="117679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10 AI PDF Summarizers (Subject to change)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ChatPDF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Best for interactive Q&amp;A and analyzing smaller documents.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NoteGPT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Best for multi-format learning, converting PDFs into mind maps, and note-taking.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(Above are my 2 favorite besides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notebookLM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Smallpdf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User-friendly platform, excellent for quick, everyday summaries.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SciSpace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Specialized for academic research, providing summaries and detailed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Humata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AI: Ideal for handling long, technical documents with page-referenced answers.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PDFGPT: Known for accurate, structured summaries of large, complex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QuillBot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Great for generating concise summaries with rewriting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AskYourPDF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Offers research-friendly summaries with citations to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Resoomer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Focuses on summarizing text by identifying key arguments, good for education.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Sharly AI: Excellent for professionals needing deep, secure analysis of documents. </a:t>
            </a:r>
          </a:p>
        </p:txBody>
      </p:sp>
    </p:spTree>
    <p:extLst>
      <p:ext uri="{BB962C8B-B14F-4D97-AF65-F5344CB8AC3E}">
        <p14:creationId xmlns:p14="http://schemas.microsoft.com/office/powerpoint/2010/main" val="3885464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182</TotalTime>
  <Words>366</Words>
  <Application>Microsoft Office PowerPoint</Application>
  <PresentationFormat>Widescreen</PresentationFormat>
  <Paragraphs>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49</cp:revision>
  <dcterms:created xsi:type="dcterms:W3CDTF">2025-09-22T02:44:38Z</dcterms:created>
  <dcterms:modified xsi:type="dcterms:W3CDTF">2026-03-14T08:22:14Z</dcterms:modified>
</cp:coreProperties>
</file>