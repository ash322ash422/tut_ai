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260" r:id="rId3"/>
    <p:sldId id="261" r:id="rId4"/>
    <p:sldId id="262" r:id="rId5"/>
    <p:sldId id="264" r:id="rId6"/>
    <p:sldId id="263" r:id="rId7"/>
    <p:sldId id="265" r:id="rId8"/>
    <p:sldId id="266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FAB9-B8AF-83D9-F4F7-73E69CFA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FADAA0-C2A0-ADC6-08A6-D5B1228E9D3C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PDF of Patient Test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8BC4C-63DB-BA50-05FF-04F77191CEAC}"/>
              </a:ext>
            </a:extLst>
          </p:cNvPr>
          <p:cNvSpPr txBox="1"/>
          <p:nvPr/>
        </p:nvSpPr>
        <p:spPr>
          <a:xfrm>
            <a:off x="238124" y="1244739"/>
            <a:ext cx="108809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given a Rx PDF data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rep1.pdf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rep2.pdf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write a program that would extract relevant insight from it and present it to the patient.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NOT a programmer. Use any AI tools that you  find comfortable. (ChatGPT, clause AI,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to write python  code that would perform this task.</a:t>
            </a:r>
          </a:p>
        </p:txBody>
      </p:sp>
    </p:spTree>
    <p:extLst>
      <p:ext uri="{BB962C8B-B14F-4D97-AF65-F5344CB8AC3E}">
        <p14:creationId xmlns:p14="http://schemas.microsoft.com/office/powerpoint/2010/main" val="17856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AE82-0BF4-8A84-4874-4851BAE3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75F25F-2E46-735B-122D-33055C9B51D8}"/>
              </a:ext>
            </a:extLst>
          </p:cNvPr>
          <p:cNvSpPr txBox="1"/>
          <p:nvPr/>
        </p:nvSpPr>
        <p:spPr>
          <a:xfrm>
            <a:off x="-18288" y="85725"/>
            <a:ext cx="3794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/ Workflow: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E367C-B1FF-C71C-337C-C5B5B5503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614187"/>
            <a:ext cx="8205097" cy="61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81B2D-4025-CA72-9166-1066E364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859CA1-E7EB-FDB6-4BF5-A638C36DD1F0}"/>
              </a:ext>
            </a:extLst>
          </p:cNvPr>
          <p:cNvSpPr txBox="1"/>
          <p:nvPr/>
        </p:nvSpPr>
        <p:spPr>
          <a:xfrm>
            <a:off x="905256" y="85725"/>
            <a:ext cx="918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used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AI.</a:t>
            </a:r>
          </a:p>
        </p:txBody>
      </p:sp>
    </p:spTree>
    <p:extLst>
      <p:ext uri="{BB962C8B-B14F-4D97-AF65-F5344CB8AC3E}">
        <p14:creationId xmlns:p14="http://schemas.microsoft.com/office/powerpoint/2010/main" val="111318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C571-37B5-D0CA-4354-F82F6E7C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C475A7-D605-4FC2-412D-47D25A37AE31}"/>
              </a:ext>
            </a:extLst>
          </p:cNvPr>
          <p:cNvSpPr txBox="1"/>
          <p:nvPr/>
        </p:nvSpPr>
        <p:spPr>
          <a:xfrm>
            <a:off x="246888" y="296037"/>
            <a:ext cx="9189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module1_pdf_to_sqlite.py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extracts text from pdf file and stores in a SQL type database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61095-64C1-7040-F0FA-2E79F699239E}"/>
              </a:ext>
            </a:extLst>
          </p:cNvPr>
          <p:cNvSpPr txBox="1"/>
          <p:nvPr/>
        </p:nvSpPr>
        <p:spPr>
          <a:xfrm>
            <a:off x="316992" y="2743581"/>
            <a:ext cx="113964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module2_clean_db_content.py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relevant text using Regex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Patient Name with John Doe4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Lines beginning with "Booking Centre", "Test Performed at", "The authenticity“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reduces the number of tokens that would be sent later.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save the result into another table 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documents_clean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1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32B3-27E7-BA1A-F57E-3B48AD60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F11170-10FD-34F9-2CB2-2B2F1A2CA107}"/>
              </a:ext>
            </a:extLst>
          </p:cNvPr>
          <p:cNvSpPr txBox="1"/>
          <p:nvPr/>
        </p:nvSpPr>
        <p:spPr>
          <a:xfrm>
            <a:off x="256032" y="296037"/>
            <a:ext cx="11832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module3_extract_relevant.py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name, calcium level, potassium level, and sodium level.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extracted fields into a NEW table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documents_relevant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 in the SAME database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reports.db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35C78-6A16-7BF6-E292-6D71802A0FE8}"/>
              </a:ext>
            </a:extLst>
          </p:cNvPr>
          <p:cNvSpPr txBox="1"/>
          <p:nvPr/>
        </p:nvSpPr>
        <p:spPr>
          <a:xfrm>
            <a:off x="224028" y="3829550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module4_analyse_results.py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the data from table and put it in JSON file.</a:t>
            </a:r>
          </a:p>
        </p:txBody>
      </p:sp>
    </p:spTree>
    <p:extLst>
      <p:ext uri="{BB962C8B-B14F-4D97-AF65-F5344CB8AC3E}">
        <p14:creationId xmlns:p14="http://schemas.microsoft.com/office/powerpoint/2010/main" val="331261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5F3F-88AC-D8D2-7245-38FC8014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C1ACAE0-FC50-0BD5-CCFC-D606E3F27128}"/>
              </a:ext>
            </a:extLst>
          </p:cNvPr>
          <p:cNvSpPr txBox="1"/>
          <p:nvPr/>
        </p:nvSpPr>
        <p:spPr>
          <a:xfrm>
            <a:off x="256032" y="296037"/>
            <a:ext cx="118323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module5_RAG_analyser.py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inject this JSON data with context using RAG concept, and ask AI model to generate output.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open API key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above program</a:t>
            </a:r>
          </a:p>
        </p:txBody>
      </p:sp>
    </p:spTree>
    <p:extLst>
      <p:ext uri="{BB962C8B-B14F-4D97-AF65-F5344CB8AC3E}">
        <p14:creationId xmlns:p14="http://schemas.microsoft.com/office/powerpoint/2010/main" val="429442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B98A-CB04-9F10-BB19-0BB0B848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455279-4681-BB59-DE02-31E19216D1D7}"/>
              </a:ext>
            </a:extLst>
          </p:cNvPr>
          <p:cNvSpPr txBox="1"/>
          <p:nvPr/>
        </p:nvSpPr>
        <p:spPr>
          <a:xfrm>
            <a:off x="256032" y="296037"/>
            <a:ext cx="11832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STEP: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any AI tool to understand the module1 – module5 files</a:t>
            </a:r>
          </a:p>
        </p:txBody>
      </p:sp>
    </p:spTree>
    <p:extLst>
      <p:ext uri="{BB962C8B-B14F-4D97-AF65-F5344CB8AC3E}">
        <p14:creationId xmlns:p14="http://schemas.microsoft.com/office/powerpoint/2010/main" val="262803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509</TotalTime>
  <Words>288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45</cp:revision>
  <dcterms:created xsi:type="dcterms:W3CDTF">2025-09-22T02:44:38Z</dcterms:created>
  <dcterms:modified xsi:type="dcterms:W3CDTF">2026-03-14T19:13:41Z</dcterms:modified>
</cp:coreProperties>
</file>